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Malgun Gothic"/>
              </a:defRPr>
            </a:pPr>
            <a:r>
              <a:t>로드맵 및 작업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Updated 2026-06-20 | 완전 무료 오프라인 한국어 성경 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비전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완전 무료 오프라인 한국어 성경 앱 (Public Domain - 개역개정 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주요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인터넷 없이 성경 읽기, 검색, 북마크 지원 (메모 기능 제외)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접근성 중심 UI (큰 글씨, 다크모드)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71215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Flutter로 모든 플랫폼 지원 (Android, iOS, Web, Desktop)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0098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12463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Public Domain 한국어 성경 데이터 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현재 상태 (2026-06-20)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Flutter 프로젝트 초기화 및 다중 플랫폼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Hive, Provider 등 의존성 설정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성경 데이터 assets/data/에 배치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95144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기본 앱 스켈레톤 (Hive init + 한국어 UI)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87751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flutter analyze 클린 + Windows 빌드 성공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진행 중 / 미완성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899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실제 성경 데이터 로딩 및 UI 미구현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7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Hive 모델/어댑터 미구현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14215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로드맵/백로그 문서 이제 작성 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Flutter (크로스 플랫폼)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Hive (오프라인 NoSQL DB) + hive_generator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Provider (상태 관리)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3230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UI &amp; 기타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43784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Material Design + 접근성 (폰트 크기)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36391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Assets: assets/data/ (성경 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Malgun Gothic"/>
              </a:defRPr>
            </a:pPr>
            <a:r>
              <a:t>향후 고려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shared_preferences (설정 저장)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024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• 데이터 최적화 (lazy load, 인덱싱)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algun Gothic"/>
              </a:defRPr>
            </a:pPr>
            <a:r>
              <a:t>개발 단계 개요 (Phases)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기반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64792" y="1005840"/>
            <a:ext cx="13258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데이터 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최우선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63824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63824" y="1005840"/>
            <a:ext cx="13258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544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핵심 읽기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2856" y="1005840"/>
            <a:ext cx="13258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사용자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중요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1888" y="1005840"/>
            <a:ext cx="13258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7608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8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UI/UX 고도화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7608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품질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배포 &amp; 플랫폼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릴리스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Phase 1부터 시작하여 데이터 계층을 완성한 후, 순차적으로 MVP → 기능 → 품질 → 배포로 진행합니다. 각 Phase의 상세 작업은 다음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1: 데이터 계층 (최우선)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성경 데이터 모델 정의 (BibleBook, Chapter, Verse, VerseRef)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Hive 어댑터 생성 (@HiveType, @HiveField)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build_runner 실행으로 어댑터 코드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JSON 파서 서비스 구현 (rootBundle 사용)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시작 시 데이터 로드 + Hive Box 시드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데이터 검증 및 로딩 성능 측정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2: 핵심 읽기 MVP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책 목록 화면 (구약/신약 분류)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장 선택 화면 (그리드 또는 목록)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뷰어 (절 단위 표시, 스크롤)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이전/다음 장·책 네비게이션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현재 읽기 위치 저장 (Provider + 로컬)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하단 네비게이션 연결 (성경/북마크/검색)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3+: 사용자 기능 및 고도화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북마크 (Hive 저장), 찬송가/신경/기도/교독문, About (메모 기능 배제)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검색 기능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설정 화면 (글꼴 크기, 테마, 버전)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다크모드 완성 + 접근성 강화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Android / iOS / Web 빌드 검증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아이콘, 릴리스 준비 및 스토어 제출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우선순위 작업 순서 (요약)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Phase 1: 데이터 모델 정의 (BibleBook, Chapter, Verse)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Hive 어댑터 생성 및 build_runner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JSON 파서 + 앱 시작 시 데이터 로드 구현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Phase 2: 책 목록 + 장 선택 + 본문 뷰어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5. 네비게이션 및 현재 위치 저장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6. 북마크 / 검색 기능 (Hive 기반)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7. 설정 화면 및 UI 고도화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8. Android/iOS 빌드 검증 및 릴리스 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상세 백로그: docs/Task_Prioritized_Backlog_and_Schedule_2026-06-19.md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리스크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주요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대용량 JSON 데이터 (7MB+) 로딩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모바일에서의 메모리/성능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데이터 정확성 검증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문서(백로그/스펙) 지속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즉시 추천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데이터 모델 + Hive 어댑터 (Phase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JSON 로더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기본 성경 읽기 UI (Phase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Windows 앱 실행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  <a:latin typeface="Malgun Gothic"/>
              </a:defRPr>
            </a:pPr>
            <a:r>
              <a:t>로드맵 문서: docs/Project_Status_and_Updated_Roadmap_2026-06-19.md</a:t>
            </a:r>
            <a:br/>
            <a:r>
              <a:t>백로그 문서: docs/Task_Prioritized_Backlog_and_Schedule_2026-06-19.md</a:t>
            </a:r>
            <a:br/>
            <a:br/>
            <a:r>
              <a:t>이 문서를 기반으로 Phase 1부터 순차 진행을 권장합니다.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