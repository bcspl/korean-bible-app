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80160"/>
            <a:ext cx="10058400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E8EBF8"/>
                </a:solidFill>
                <a:latin typeface="Malgun Gothic"/>
                <a:ea typeface="Malgun Gothic"/>
                <a:cs typeface="Malgun Gothic"/>
              </a:rPr>
              <a:t>한국어 성경 · ONE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10515600" cy="10972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원스토어 출시 프로세스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34640"/>
            <a:ext cx="10058400" cy="9144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E8EBF8"/>
                </a:solidFill>
                <a:latin typeface="Malgun Gothic"/>
                <a:ea typeface="Malgun Gothic"/>
                <a:cs typeface="Malgun Gothic"/>
              </a:rPr>
              <a:t>가입 → APK → 자산 → 콘솔 등록 → 심사 → 출시 · 담당 · 추정 소요시간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846320"/>
            <a:ext cx="10058400" cy="10972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2026-10-03  ·  com.lsh.koreanbible  ·  v1.0.0 (versionCode 1)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원본 문서: docs/project-management/ONESTORE_RELEASE_GUIDE.md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왜 원스토어를 먼저 하나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417320"/>
            <a:ext cx="5440680" cy="324612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81912"/>
            <a:ext cx="64008" cy="384048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45336"/>
            <a:ext cx="5120640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Google Play (신규 개인 계정)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20824"/>
            <a:ext cx="5120640" cy="25603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프로덕션 전에 비공개 테스트 필수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테스터 12명 이상 × 14일 연속 opt-in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그 뒤 프로덕션 액세스 신청 → 심사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테스터 모집·유지가 일정의 병목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17320"/>
            <a:ext cx="5440680" cy="324612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81912"/>
            <a:ext cx="64008" cy="38404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45336"/>
            <a:ext cx="5120640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원스토어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20824"/>
            <a:ext cx="5120640" cy="256032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문서상 비공개 테스트 인원·기간 요건 없음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가입 무료 · 개인개발자 가능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심사 최대 5영업일 (공식)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같은 서명 APK가 이미 준비됨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92040"/>
            <a:ext cx="11094415" cy="1097280"/>
          </a:xfrm>
          <a:prstGeom prst="roundRect">
            <a:avLst>
              <a:gd name="adj" fmla="val 12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10637215" cy="10972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Play는 그대로 병행: 12명 × 14일 테스트는 계속 진행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주의: Play 미출시 패키지는 원스토어 설치 시 Play 프로텍트 경고 가능 (10번 슬라이드)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현재 상태 대시보드 (2026-10-03)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508760"/>
            <a:ext cx="2567863" cy="17373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202103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서명 APK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2202103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준비됨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202103" cy="5486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58.1 MB · 업로드 키 서명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508760"/>
            <a:ext cx="2567863" cy="17373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703" y="1600200"/>
            <a:ext cx="2202103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등록 자산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703" y="1965960"/>
            <a:ext cx="2202103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초안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703" y="2651760"/>
            <a:ext cx="2202103" cy="5486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아이콘 · 배너 · 스샷 6장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508760"/>
            <a:ext cx="2567863" cy="17373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600200"/>
            <a:ext cx="2202103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판매 문구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1965960"/>
            <a:ext cx="2202103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초안 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651760"/>
            <a:ext cx="2202103" cy="5486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제목·설명·키워드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508760"/>
            <a:ext cx="2567863" cy="17373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8071" y="1600200"/>
            <a:ext cx="2202103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개발자 계정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071" y="1965960"/>
            <a:ext cx="2202103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미가입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071" y="2651760"/>
            <a:ext cx="2202103" cy="5486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사용자 가입 필요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20440"/>
            <a:ext cx="11091672" cy="42062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520440"/>
            <a:ext cx="259689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4992" y="3520440"/>
            <a:ext cx="652881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0112" y="3520440"/>
            <a:ext cx="1527048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41064"/>
            <a:ext cx="11091672" cy="42062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941064"/>
            <a:ext cx="259689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targetSdk / minSdk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2" y="3941064"/>
            <a:ext cx="652881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36 / 24 · 원스토어 최소 33 (2026-09-01~) 충족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40112" y="3986784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0112" y="3986784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361688"/>
            <a:ext cx="110916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4361688"/>
            <a:ext cx="259689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의존성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4992" y="4361688"/>
            <a:ext cx="652881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GMS·Play Core·Firebase·Billing·광고 없음 · 원스토어 SDK 불필요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40112" y="440740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0112" y="4407408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82312"/>
            <a:ext cx="11091672" cy="42062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782312"/>
            <a:ext cx="259689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개인정보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2" y="4782312"/>
            <a:ext cx="652881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INTERNET 권한 없음 → 수집정보 '아니오' · 방침 URL 선택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40112" y="4828032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4828032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02936"/>
            <a:ext cx="110916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5202936"/>
            <a:ext cx="259689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실기기 테스트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4992" y="5202936"/>
            <a:ext cx="652881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Android 기기 설치 스모크 + Play 프로텍트 확인 필요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40112" y="5248656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0112" y="5248656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623560"/>
            <a:ext cx="11091672" cy="42062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5623560"/>
            <a:ext cx="259689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가입 · 등록 · 심사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64992" y="5623560"/>
            <a:ext cx="6528816" cy="42062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원스토어 개발자센터에서 사용자 진행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40112" y="5669280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40112" y="5669280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단계 한눈에 보기 · 담당 · 추정 시간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417320"/>
            <a:ext cx="11091672" cy="393192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17320"/>
            <a:ext cx="4023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417320"/>
            <a:ext cx="40599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6672" y="1417320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1417320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시간 (추정)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2912" y="1417320"/>
            <a:ext cx="1984248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공식 기준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10512"/>
            <a:ext cx="11091672" cy="393192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810512"/>
            <a:ext cx="4023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1810512"/>
            <a:ext cx="40599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개발자 회원가입 (개인개발자) + 이메일 인증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1810512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사용자 · 브라우저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1810512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15~30분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2" y="1810512"/>
            <a:ext cx="1984248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203704"/>
            <a:ext cx="1109167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203704"/>
            <a:ext cx="4023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2203704"/>
            <a:ext cx="40599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정산정보 (무료앱 → 생략)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2203704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203704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2203704"/>
            <a:ext cx="1984248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유료/IAP만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596896"/>
            <a:ext cx="11091672" cy="393192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596896"/>
            <a:ext cx="4023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2596896"/>
            <a:ext cx="40599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서명 APK 빌드 ·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2596896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에이전트 · PC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2596896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2" y="2596896"/>
            <a:ext cx="1984248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990088"/>
            <a:ext cx="1109167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2990088"/>
            <a:ext cx="4023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2990088"/>
            <a:ext cx="40599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그래픽 자산 (아이콘 · 배너 · 스샷)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6672" y="2990088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에이전트 + 사용자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2990088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2~4시간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2990088"/>
            <a:ext cx="1984248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383280"/>
            <a:ext cx="11091672" cy="393192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383280"/>
            <a:ext cx="4023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3383280"/>
            <a:ext cx="40599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판매 문구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3383280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에이전트 + 사용자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9792" y="3383280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30~60분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82912" y="3383280"/>
            <a:ext cx="1984248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776472"/>
            <a:ext cx="1109167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3776472"/>
            <a:ext cx="4023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" y="3776472"/>
            <a:ext cx="40599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개인정보 URL (선택)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76672" y="3776472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사용자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79792" y="3776472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10~20분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82912" y="3776472"/>
            <a:ext cx="1984248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169664"/>
            <a:ext cx="11091672" cy="393192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" y="4169664"/>
            <a:ext cx="4023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" y="4169664"/>
            <a:ext cx="40599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ONEconsole 상품 등록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76672" y="4169664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사용자 · 브라우저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79792" y="4169664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1~1.5시간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82912" y="4169664"/>
            <a:ext cx="1984248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562856"/>
            <a:ext cx="1109167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4562856"/>
            <a:ext cx="4023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70432" y="4562856"/>
            <a:ext cx="40599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심사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76672" y="4562856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원스토어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79792" y="4562856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82912" y="4562856"/>
            <a:ext cx="1984248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최대 5영업일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956048"/>
            <a:ext cx="11091672" cy="393192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" y="4956048"/>
            <a:ext cx="4023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70432" y="4956048"/>
            <a:ext cx="40599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출시 적용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76672" y="4956048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사용자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79792" y="4956048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5분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82912" y="4956048"/>
            <a:ext cx="1984248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AAB면 ≤30분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5349240"/>
            <a:ext cx="1109167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" y="5349240"/>
            <a:ext cx="4023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70432" y="5349240"/>
            <a:ext cx="405993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출시 후 확인 · 업데이트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76672" y="5349240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사용자 + 에이전트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79792" y="5349240"/>
            <a:ext cx="1956816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회당 30~60분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82912" y="5349240"/>
            <a:ext cx="1984248" cy="393192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업데이트도 심사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※ 시간은 모두 추정치 · '공식'만 원스토어 문서 기재값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전체 소요: 작업 4~7시간 · 달력 1~2주 (추정)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46304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566160" cy="9144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4~7시간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3566160" cy="8229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E8EBF8"/>
                </a:solidFill>
                <a:latin typeface="Malgun Gothic"/>
                <a:ea typeface="Malgun Gothic"/>
                <a:cs typeface="Malgun Gothic"/>
              </a:rPr>
              <a:t>실제 작업 (추정)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E8EBF8"/>
                </a:solidFill>
                <a:latin typeface="Malgun Gothic"/>
                <a:ea typeface="Malgun Gothic"/>
                <a:cs typeface="Malgun Gothic"/>
              </a:rPr>
              <a:t>하루 안에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40"/>
            <a:ext cx="3566160" cy="9144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1~2주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3566160" cy="8229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달력 기준 (추정)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심사 최대 5영업일 포함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554480"/>
            <a:ext cx="128016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1일차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737360"/>
            <a:ext cx="5790895" cy="4572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0" y="1572768"/>
            <a:ext cx="810725" cy="384048"/>
          </a:xfrm>
          <a:prstGeom prst="roundRect">
            <a:avLst>
              <a:gd name="adj" fmla="val 30000"/>
            </a:avLst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2011680"/>
            <a:ext cx="5790895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가입 · 자산 확정 · 문구 · 콘솔 등록 · 심사 요청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51760"/>
            <a:ext cx="128016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2~8일차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2834640"/>
            <a:ext cx="5790895" cy="4572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62885" y="2670048"/>
            <a:ext cx="3358719" cy="384048"/>
          </a:xfrm>
          <a:prstGeom prst="roundRect">
            <a:avLst>
              <a:gd name="adj" fmla="val 30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108960"/>
            <a:ext cx="5790895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심사 (공식 최대 5영업일 · 주말 제외)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749040"/>
            <a:ext cx="128016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승인 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3931920"/>
            <a:ext cx="5790895" cy="4572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21604" y="3767328"/>
            <a:ext cx="579089" cy="384048"/>
          </a:xfrm>
          <a:prstGeom prst="roundRect">
            <a:avLst>
              <a:gd name="adj" fmla="val 3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4206240"/>
            <a:ext cx="5790895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출시 적용 · 실기기 설치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846320"/>
            <a:ext cx="128016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여유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5029200"/>
            <a:ext cx="5790895" cy="4572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600693" y="4864608"/>
            <a:ext cx="1042361" cy="384048"/>
          </a:xfrm>
          <a:prstGeom prst="roundRect">
            <a:avLst>
              <a:gd name="adj" fmla="val 30000"/>
            </a:avLst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5303520"/>
            <a:ext cx="5790895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보완 요청 · 재심사 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06440"/>
            <a:ext cx="11094415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공식: 심사 최대 5영업일 (경우에 따라 더 소요) · 미국 배포 시 약 5영업일 추가 · 2024 블로그 후기 '하루 내'는 비공식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STEP 1 · 사용자 · 15~30분 (추정)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원스토어 개발자 회원가입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417320"/>
            <a:ext cx="1828800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접속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417320"/>
            <a:ext cx="8412480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dev.onestore.net → 회원가입 (무료 · 만 14세 이상)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167128"/>
            <a:ext cx="548640" cy="548640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67128"/>
            <a:ext cx="548640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167128"/>
            <a:ext cx="1828800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약관 · 계정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167128"/>
            <a:ext cx="8412480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약관 동의 → 아이디 · 비밀번호 · 보안 질문 · 국가: 대한민국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2916936"/>
            <a:ext cx="548640" cy="548640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16936"/>
            <a:ext cx="548640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916936"/>
            <a:ext cx="1828800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회원 유형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916936"/>
            <a:ext cx="8412480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개인개발자 (개인사업자 · 법인사업자 아님)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666744"/>
            <a:ext cx="548640" cy="548640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66744"/>
            <a:ext cx="548640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666744"/>
            <a:ext cx="1828800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기본정보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666744"/>
            <a:ext cx="8412480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이름 · 휴대폰 · 이메일 · 전화 · 주소 · 생년월일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416552"/>
            <a:ext cx="548640" cy="548640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416552"/>
            <a:ext cx="548640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416552"/>
            <a:ext cx="1828800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인증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416552"/>
            <a:ext cx="8412480" cy="5486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이메일 인증으로 가입 완료 (휴대폰 본인인증 화면이 나올 수 있음)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57800"/>
            <a:ext cx="10637215" cy="8686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정산정보(STEP 2)는 무료앱이라 생략. 유료/인앱결제 시에만 범용 공인인증서로 계좌 인증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STEP 3 · 에이전트 · 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서명된 릴리스 APK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17320"/>
            <a:ext cx="22311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1417320"/>
            <a:ext cx="856792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 (2026-10-03 02:08 KST 빌드)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20"/>
            <a:ext cx="11091672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874520"/>
            <a:ext cx="22311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경로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1874520"/>
            <a:ext cx="856792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build\app\outputs\flutter-apk\app-release.apk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11091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331720"/>
            <a:ext cx="22311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크기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331720"/>
            <a:ext cx="856792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60,871,249 bytes (≈58.1 MB) · 최대 2 GB 제한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88920"/>
            <a:ext cx="11091672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788920"/>
            <a:ext cx="22311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패키지 · 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2788920"/>
            <a:ext cx="856792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com.lsh.koreanbible · versionCode 1 · versionName 1.0.0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246120"/>
            <a:ext cx="22311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3246120"/>
            <a:ext cx="856792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minSdk 24 · targetSdk 36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91672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703320"/>
            <a:ext cx="22311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서명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9232" y="3703320"/>
            <a:ext cx="856792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CN=LSH, O=personal, C=KR · APK Signature Scheme v2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60520"/>
            <a:ext cx="11091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160520"/>
            <a:ext cx="22311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SHA-256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9232" y="4160520"/>
            <a:ext cx="856792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41:9D:AA:1C:6E:72:33:EB:FC:32:9B:7B:C4:B5:FD:FE: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2E:74:94:C2:69:B8:7D:42:19:57:AC:AE:94:6E:33:87  = 업로드 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846320"/>
            <a:ext cx="11094415" cy="960120"/>
          </a:xfrm>
          <a:prstGeom prst="roundRect">
            <a:avLst>
              <a:gd name="adj" fmla="val 3000"/>
            </a:avLst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37760"/>
            <a:ext cx="10820095" cy="7772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flutter build apk --release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&amp; "$env:LOCALAPPDATA\Android\sdk\build-tools\37.0.0\apksigner.bat" verify --print-certs build\app\outputs\flutter-apk\app-release.apk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STEP 4 · 에이전트 초안 + 사용자 확인 · 2~4시간 (추정)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그래픽 자산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초안 완료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banner_1024x5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4206240" cy="2374225"/>
          </a:xfrm>
          <a:prstGeom prst="rect">
            <a:avLst/>
          </a:prstGeom>
          <a:ln w="12700">
            <a:solidFill>
              <a:srgbClr val="E3E7EE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3858768"/>
            <a:ext cx="420624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배너 1024×578 (확정 · 인디고/골드)</a:t>
            </a:r>
          </a:p>
        </p:txBody>
      </p:sp>
      <p:pic>
        <p:nvPicPr>
          <p:cNvPr id="11" name="Picture 10" descr="icon_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97680"/>
            <a:ext cx="1417320" cy="1417320"/>
          </a:xfrm>
          <a:prstGeom prst="rect">
            <a:avLst/>
          </a:prstGeom>
          <a:ln w="12700">
            <a:solidFill>
              <a:srgbClr val="E3E7EE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2103120" y="4297680"/>
            <a:ext cx="2926080" cy="14630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아이콘 512×512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PNG 32-bit · 115 KB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스샷: 2~8장 · 장당 ≤1 MB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720×1280 · 6장 완료</a:t>
            </a:r>
          </a:p>
        </p:txBody>
      </p:sp>
      <p:pic>
        <p:nvPicPr>
          <p:cNvPr id="13" name="Picture 12" descr="01_bible_rea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463040"/>
            <a:ext cx="2103120" cy="3738880"/>
          </a:xfrm>
          <a:prstGeom prst="rect">
            <a:avLst/>
          </a:prstGeom>
          <a:ln w="12700">
            <a:solidFill>
              <a:srgbClr val="E3E7EE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120640" y="5230368"/>
            <a:ext cx="210312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성경 읽기</a:t>
            </a:r>
          </a:p>
        </p:txBody>
      </p:sp>
      <p:pic>
        <p:nvPicPr>
          <p:cNvPr id="15" name="Picture 14" descr="02_version_switch_krv_kjv_as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1463040"/>
            <a:ext cx="2103120" cy="3738880"/>
          </a:xfrm>
          <a:prstGeom prst="rect">
            <a:avLst/>
          </a:prstGeom>
          <a:ln w="12700">
            <a:solidFill>
              <a:srgbClr val="E3E7EE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333488" y="5230368"/>
            <a:ext cx="210312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3역본 대조</a:t>
            </a:r>
          </a:p>
        </p:txBody>
      </p:sp>
      <p:pic>
        <p:nvPicPr>
          <p:cNvPr id="17" name="Picture 16" descr="06_settings_dark_m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336" y="1463040"/>
            <a:ext cx="2103120" cy="3738880"/>
          </a:xfrm>
          <a:prstGeom prst="rect">
            <a:avLst/>
          </a:prstGeom>
          <a:ln w="12700">
            <a:solidFill>
              <a:srgbClr val="E3E7EE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9546336" y="5230368"/>
            <a:ext cx="210312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다크 모드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11094415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폴더: docs/store-assets/onestore/ · 스샷은 웹 빌드 캡처(실기기 아님) — 필요 시 실기기 캡처로 교체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STEP 5 · 에이전트 초안 + 사용자 검토 · 30~60분 (추정)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판매 문구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초안 완료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417320"/>
            <a:ext cx="11091672" cy="65836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17320"/>
            <a:ext cx="1956816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912" y="1417320"/>
            <a:ext cx="7287768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초안 (listing_ko.md)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8984" y="1417320"/>
            <a:ext cx="1408176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길이 / 제한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75688"/>
            <a:ext cx="11091672" cy="658368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075688"/>
            <a:ext cx="1956816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앱 제목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2075688"/>
            <a:ext cx="7287768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한국어 성경 - 개역한글·찬송가·교독문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58984" y="2075688"/>
            <a:ext cx="1408176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21 / 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34056"/>
            <a:ext cx="11091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734056"/>
            <a:ext cx="1956816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한 줄 설명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2734056"/>
            <a:ext cx="7287768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광고 없이 오프라인으로 읽는 개역한글 성경.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KJV·ASV 대조, 찬송가 102곡, 교독문 51편까지 한 앱에.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8984" y="2734056"/>
            <a:ext cx="1408176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62 / 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92424"/>
            <a:ext cx="11091672" cy="658368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392424"/>
            <a:ext cx="1956816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상세 설명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4912" y="3392424"/>
            <a:ext cx="7287768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성경 3역본 대조 · 검색 / 찬송 102곡 · 악보 / 교독문 51 ·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주기도문 · 사도신경 / 북마크 / 다크 · 글자 크기 · 고대비 / 수집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58984" y="3392424"/>
            <a:ext cx="1408176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685 / 1,300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50792"/>
            <a:ext cx="11091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050792"/>
            <a:ext cx="1956816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키워드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4912" y="4050792"/>
            <a:ext cx="7287768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성경, 개역한글, 찬송가, 교독문, 오프라인성경, 무료성경,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KJV, 주기도문, 사도신경, 영어성경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58984" y="4050792"/>
            <a:ext cx="1408176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10 / 1~10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709160"/>
            <a:ext cx="11091672" cy="658368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4709160"/>
            <a:ext cx="1956816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카테고리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4912" y="4709160"/>
            <a:ext cx="7287768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도서 (대안: 생활) — 콘솔 목록에서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58984" y="4709160"/>
            <a:ext cx="1408176" cy="6583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532120"/>
            <a:ext cx="11094415" cy="640080"/>
          </a:xfrm>
          <a:prstGeom prst="roundRect">
            <a:avLst>
              <a:gd name="adj" fmla="val 12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532120"/>
            <a:ext cx="10637215" cy="6400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금지: 다른 앱마켓 링크·언급 (반려 사유) · 판매자 정보(이름·이메일·전화)는 사용자 입력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등록 전 · 사용자 · 30분 (추정)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실기기 테스트 · Play 프로텍트 위험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417320"/>
            <a:ext cx="5120640" cy="3429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81912"/>
            <a:ext cx="64008" cy="38404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545336"/>
            <a:ext cx="4800600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실기기 스모크 테스트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20824"/>
            <a:ext cx="4800600" cy="2743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APK 설치 → 첫 실행 · 강제 종료 없음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비행기 모드에서 성경 · 찬송 · 교독문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다크 · 큰 글씨 · 고대비 · 북마크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재시작 후 설정 유지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'실행 안 됨'은 대표 반려 사유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9592" y="1417320"/>
            <a:ext cx="5760720" cy="34290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79592" y="1581912"/>
            <a:ext cx="64008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545336"/>
            <a:ext cx="5440680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Play 프로텍트 차단 가능성 (공식 안내)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020824"/>
            <a:ext cx="5440680" cy="2743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패키지가 Google Play에 배포된 적 없거나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Play와 패키지명/서명이 다르면 → 설치 차단 경고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우리 앱: 아직 Play 미출시 → 해당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targetSdk 36 → '안전하지 않은 앱' 경고는 해당 없음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대응: Play 출시 병행 · Google 소명 · 설치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74920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10637215" cy="82296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공식 문서의 Google 소명 링크가 비어 있음 → URL 미확인 (불명확 항목)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STEP 7 · 사용자 · 1~1.5시간 (추정)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ONEconsole 상품 등록 — 항목별 선택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417320"/>
            <a:ext cx="11091672" cy="42976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17320"/>
            <a:ext cx="25054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1417320"/>
            <a:ext cx="66202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0112" y="1417320"/>
            <a:ext cx="1527048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47088"/>
            <a:ext cx="11091672" cy="429768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847088"/>
            <a:ext cx="25054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출시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1847088"/>
            <a:ext cx="66202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정식 출시 (베타 아님)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40112" y="1897380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40112" y="1897380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변경 불가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76856"/>
            <a:ext cx="1109167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276856"/>
            <a:ext cx="25054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패키지명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2" y="2276856"/>
            <a:ext cx="66202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com.lsh.koreanbible (바이너리와 일치)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40112" y="232714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0112" y="2327148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변경 불가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706624"/>
            <a:ext cx="11091672" cy="429768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706624"/>
            <a:ext cx="25054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외부결제 사용 여부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2706624"/>
            <a:ext cx="66202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사용안함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40112" y="2756916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0112" y="2756916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변경 불가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36392"/>
            <a:ext cx="1109167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3136392"/>
            <a:ext cx="25054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바이너리 · 서명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3552" y="3136392"/>
            <a:ext cx="66202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APK + '앱 서명 사용 안함' (AAB 전환 시 APK 복귀 불가)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40112" y="3186684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0112" y="3186684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66160"/>
            <a:ext cx="11091672" cy="429768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3566160"/>
            <a:ext cx="25054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광고 SDK · Android Auto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73552" y="3566160"/>
            <a:ext cx="66202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아니오 · 아니오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40112" y="3616452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40112" y="3616452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일반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995928"/>
            <a:ext cx="1109167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3995928"/>
            <a:ext cx="25054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수집정보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73552" y="3995928"/>
            <a:ext cx="66202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데이터 수집/공유 아니오 · 지식재산권: 퍼블릭 도메인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40112" y="4046220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0112" y="4046220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일반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425696"/>
            <a:ext cx="11091672" cy="429768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4425696"/>
            <a:ext cx="25054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연령등급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3552" y="4425696"/>
            <a:ext cx="66202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IARC 설문 + 원스토어 앱 등급 3+ (게임위 불필요)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40112" y="447598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40112" y="4475988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일반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855464"/>
            <a:ext cx="11091672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" y="4855464"/>
            <a:ext cx="25054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카테고리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73552" y="4855464"/>
            <a:ext cx="66202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도서 계열 (게임↔비게임 전환만 재심사)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40112" y="4905756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40112" y="4905756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일반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285232"/>
            <a:ext cx="11091672" cy="429768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5285232"/>
            <a:ext cx="25054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배포 국가 · 가격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73552" y="5285232"/>
            <a:ext cx="6620256" cy="42976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대한민국 · 무료 (미국은 +5영업일 · 방침 URL 필요)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040112" y="5335524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40112" y="5335524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일반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852160"/>
            <a:ext cx="11094415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변경 불가 = 공식 문서에 변경 불가로 명시 · 일반 = 명시 없음 · 'Google Play 패키지 네임'(선택)은 Play 출시 후 입력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STEP 8 · 원스토어 · 최대 5영업일 (공식)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심사 요청 · 대표 반려 사유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417320"/>
            <a:ext cx="2602153" cy="11430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27048"/>
            <a:ext cx="2602153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심사 요청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2602153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콘솔에서 제출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9393" y="1417320"/>
            <a:ext cx="2602153" cy="11430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9393" y="1527048"/>
            <a:ext cx="2602153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시스템 검수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9393" y="2011680"/>
            <a:ext cx="2602153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바이러스 · 서명 · 버전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417320"/>
            <a:ext cx="2602153" cy="11430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1527048"/>
            <a:ext cx="2602153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가이드라인 심사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2011680"/>
            <a:ext cx="2602153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기능 · 메타데이터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0901" y="1417320"/>
            <a:ext cx="2602153" cy="1143000"/>
          </a:xfrm>
          <a:prstGeom prst="roundRect">
            <a:avLst>
              <a:gd name="adj" fmla="val 8000"/>
            </a:avLst>
          </a:prstGeom>
          <a:solidFill>
            <a:srgbClr val="3F51B5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0901" y="1527048"/>
            <a:ext cx="2602153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메일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0901" y="2011680"/>
            <a:ext cx="2602153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리포트 첨부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788920"/>
            <a:ext cx="11091672" cy="4572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788920"/>
            <a:ext cx="534009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반려 사유 (원스토어 FAQ · 가이드라인)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788920"/>
            <a:ext cx="378561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우리 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0112" y="2788920"/>
            <a:ext cx="1527048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246120"/>
            <a:ext cx="534009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실행 안 됨 · 강제 종료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3246120"/>
            <a:ext cx="378561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실기기 스모크 필요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40112" y="331012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40112" y="3310128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03320"/>
            <a:ext cx="11091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3703320"/>
            <a:ext cx="534009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다른 앱마켓 링크 · 언급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3703320"/>
            <a:ext cx="378561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코드에 없음 · 문구에도 금지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40112" y="376732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0112" y="3767328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60520"/>
            <a:ext cx="11091672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4160520"/>
            <a:ext cx="534009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인앱/외부 결제 문제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8192" y="4160520"/>
            <a:ext cx="378561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결제 없음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40112" y="422452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40112" y="4224528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617720"/>
            <a:ext cx="11091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4617720"/>
            <a:ext cx="534009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개인정보 수집 시 동의 누락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08192" y="4617720"/>
            <a:ext cx="378561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수집 없음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40112" y="468172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0112" y="4681728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074920"/>
            <a:ext cx="11091672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5074920"/>
            <a:ext cx="534009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부적절한 메타데이터 · 테스트용 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08192" y="5074920"/>
            <a:ext cx="378561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설명·스샷이 실제 기능과 일치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40112" y="5138928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40112" y="5138928"/>
            <a:ext cx="1527048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STEP 9 · 사용자 · 5분 (추정)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출시 적용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417320"/>
            <a:ext cx="3545738" cy="155448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81912"/>
            <a:ext cx="64008" cy="38404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545336"/>
            <a:ext cx="3225698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즉시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20824"/>
            <a:ext cx="3225698" cy="8686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승인 즉시 판매 시작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978" y="1417320"/>
            <a:ext cx="3545738" cy="155448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2978" y="1581912"/>
            <a:ext cx="64008" cy="38404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4146" y="1545336"/>
            <a:ext cx="3225698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직접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4146" y="2020824"/>
            <a:ext cx="3225698" cy="8686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승인 후 내가 버튼으로 시작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1417320"/>
            <a:ext cx="3545738" cy="155448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7316" y="1581912"/>
            <a:ext cx="64008" cy="38404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8484" y="1545336"/>
            <a:ext cx="3225698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예약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8484" y="2020824"/>
            <a:ext cx="3225698" cy="8686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지정한 날짜·시간에 시작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3383280"/>
            <a:ext cx="2377440" cy="731520"/>
          </a:xfrm>
          <a:prstGeom prst="roundRect">
            <a:avLst>
              <a:gd name="adj" fmla="val 30000"/>
            </a:avLst>
          </a:prstGeom>
          <a:solidFill>
            <a:srgbClr val="E8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3383280"/>
            <a:ext cx="2377440" cy="7315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등록중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383280"/>
            <a:ext cx="822960" cy="7315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3383280"/>
            <a:ext cx="2377440" cy="731520"/>
          </a:xfrm>
          <a:prstGeom prst="roundRect">
            <a:avLst>
              <a:gd name="adj" fmla="val 30000"/>
            </a:avLst>
          </a:prstGeom>
          <a:solidFill>
            <a:srgbClr val="E8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3383280"/>
            <a:ext cx="2377440" cy="7315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판매대기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383280"/>
            <a:ext cx="822960" cy="7315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383280"/>
            <a:ext cx="2377440" cy="731520"/>
          </a:xfrm>
          <a:prstGeom prst="roundRect">
            <a:avLst>
              <a:gd name="adj" fmla="val 30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3383280"/>
            <a:ext cx="2377440" cy="73152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판매중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34840"/>
            <a:ext cx="11094415" cy="14630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APK 업로드: 기기별 APK 생성 단계 없음 · AAB 업로드 시 최대 약 30분 (공식)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출시 직후: 원스토어 앱에서 검색 → 실기기 설치 → Play 프로텍트 경고 여부 확인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추천: 첫 출시는 '직접 적용'으로 승인 확인 후 원하는 시점에 공개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STEP 10 · 운영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업데이트: 같은 키 · versionCode 올리기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417320"/>
            <a:ext cx="5943600" cy="2377440"/>
          </a:xfrm>
          <a:prstGeom prst="roundRect">
            <a:avLst>
              <a:gd name="adj" fmla="val 3000"/>
            </a:avLst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5669280" cy="21945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# pubspec.yaml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version: 1.0.1+2      # versionName+versionCode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flutter build apk --release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# apksigner로 SHA-256 41:9D…33:87 확인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# → 콘솔에 새 바이너리 업로드 → 심사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20"/>
            <a:ext cx="4873752" cy="2743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업데이트는 같은 업로드 키 서명 필수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versionCode는 이전보다 커야 함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디버그 서명 APK는 거부됨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업데이트도 심사 진행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versionCode는 마켓 간 동일 운영 권장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11094415" cy="146304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06240"/>
            <a:ext cx="10637215" cy="146304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'앱 서명 사용 안함' → 키 분실 = 업데이트 불가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C:\Users\LSH\secure\korean-bible-upload.jks + 비밀번호 백업을 PC 밖 두 곳에 보관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결정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Google Play와 서명 맞추기 (PEPK)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457200"/>
            <a:ext cx="1600200" cy="411480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457200"/>
            <a:ext cx="1600200" cy="41148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417320"/>
            <a:ext cx="11091672" cy="56692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17320"/>
            <a:ext cx="2596896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스토어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417320"/>
            <a:ext cx="4059936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기기에 설치되는 서명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2" y="1417320"/>
            <a:ext cx="3995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84248"/>
            <a:ext cx="11091672" cy="566928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984248"/>
            <a:ext cx="2596896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원스토어 (권장안)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1984248"/>
            <a:ext cx="4059936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우리 업로드 키 ('앱 서명 사용 안함')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2" y="1984248"/>
            <a:ext cx="3995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41:9D…33:87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51176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551176"/>
            <a:ext cx="2596896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Play — Google 생성 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551176"/>
            <a:ext cx="4059936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Google이 만든 다른 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2" y="2551176"/>
            <a:ext cx="3995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서명 불일치 → 스토어 간 업데이트 불가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18104"/>
            <a:ext cx="11091672" cy="566928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118104"/>
            <a:ext cx="2596896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Play — PEPK로 기존 키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118104"/>
            <a:ext cx="4059936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우리 업로드 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2" y="3118104"/>
            <a:ext cx="3995928" cy="566928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서명 일치 → 스토어 간 업데이트 가능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31920"/>
            <a:ext cx="11094415" cy="20116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Play Console 앱 생성 시 '앱 서명 키' 단계에서 PEPK 도구로 기존 키 업로드를 선택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원스토어 AAB FAQ: 다른 마켓과 같은 앱으로 업데이트하려면 서명 키가 같아야 → 스토어 생성 키 대신 자기 키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원스토어 '원스토어 생성 키' 옵션은 비추천 (Play와 영구히 다른 서명)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ANDROID_RELEASE_PROCESS.md(Play) 의 'Google 생성 키 유지' 계획도 이에 맞춰 수정 필요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공식 문서에서 불명확한 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417320"/>
            <a:ext cx="11091672" cy="51206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17320"/>
            <a:ext cx="40233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417320"/>
            <a:ext cx="351129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1417320"/>
            <a:ext cx="673912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내용 / 대응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9384"/>
            <a:ext cx="11091672" cy="51206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929384"/>
            <a:ext cx="40233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1929384"/>
            <a:ext cx="351129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카테고리 목록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1929384"/>
            <a:ext cx="673912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공개 문서에 없음 → 콘솔 드롭다운에서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41448"/>
            <a:ext cx="1109167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441448"/>
            <a:ext cx="40233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441448"/>
            <a:ext cx="351129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가입 본인인증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2441448"/>
            <a:ext cx="673912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위키 '본인인증' vs 가입 페이지 '이메일 인증' → 휴대폰 준비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53512"/>
            <a:ext cx="11091672" cy="51206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953512"/>
            <a:ext cx="40233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2953512"/>
            <a:ext cx="351129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방침 URL (미수집 앱)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8032" y="2953512"/>
            <a:ext cx="673912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필수 아님으로 읽힘 → 콘솔 UI에서 확인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65576"/>
            <a:ext cx="1109167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465576"/>
            <a:ext cx="40233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465576"/>
            <a:ext cx="351129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패키지명 분리 권장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3465576"/>
            <a:ext cx="673912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'분리 권장' vs Play 패키지 입력란·Play 바이너리 허용 → 동일 유지 권장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77640"/>
            <a:ext cx="11091672" cy="51206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977640"/>
            <a:ext cx="40233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3977640"/>
            <a:ext cx="351129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Play 프로텍트 소명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3977640"/>
            <a:ext cx="673912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공식 페이지의 링크가 비어 있음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489704"/>
            <a:ext cx="1109167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489704"/>
            <a:ext cx="40233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4489704"/>
            <a:ext cx="351129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평균 심사 기간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4489704"/>
            <a:ext cx="673912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'최대 5영업일'만 공개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001768"/>
            <a:ext cx="11091672" cy="512064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5001768"/>
            <a:ext cx="40233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0432" y="5001768"/>
            <a:ext cx="3511296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배너 필수 여부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5001768"/>
            <a:ext cx="673912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1024×578 그래픽이 필수인지 표현 불분명 → 준비 완료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등록 체크리스트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3545738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준비물 (사용자)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545738" cy="512064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208269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개발자 계정 가입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498" y="205740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8498" y="2057400"/>
            <a:ext cx="123444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24328"/>
            <a:ext cx="3545738" cy="512064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24328"/>
            <a:ext cx="208269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판매자 정보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68498" y="271576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8498" y="2715768"/>
            <a:ext cx="123444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사용자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82696"/>
            <a:ext cx="3545738" cy="512064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82696"/>
            <a:ext cx="208269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카테고리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8498" y="337413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8498" y="3374136"/>
            <a:ext cx="123444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41064"/>
            <a:ext cx="3545738" cy="512064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941064"/>
            <a:ext cx="208269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실기기 스모크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68498" y="403250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7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8498" y="4032504"/>
            <a:ext cx="123444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5FB4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99432"/>
            <a:ext cx="3545738" cy="512064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599432"/>
            <a:ext cx="208269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방침 URL 여부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68498" y="469087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8498" y="4690872"/>
            <a:ext cx="123444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2978" y="1417320"/>
            <a:ext cx="3545738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자산 (에이전트)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2978" y="1965960"/>
            <a:ext cx="3545738" cy="512064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2706" y="1965960"/>
            <a:ext cx="208269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서명 APK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42836" y="205740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2836" y="2057400"/>
            <a:ext cx="123444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2978" y="2624328"/>
            <a:ext cx="3545738" cy="512064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2706" y="2624328"/>
            <a:ext cx="208269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아이콘 512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42836" y="271576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2836" y="2715768"/>
            <a:ext cx="123444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2978" y="3282696"/>
            <a:ext cx="3545738" cy="512064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2706" y="3282696"/>
            <a:ext cx="208269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배너 1024×578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42836" y="337413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42836" y="3374136"/>
            <a:ext cx="123444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22978" y="3941064"/>
            <a:ext cx="3545738" cy="512064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2706" y="3941064"/>
            <a:ext cx="208269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스샷 6장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42836" y="403250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42836" y="4032504"/>
            <a:ext cx="123444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초안 완료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22978" y="4599432"/>
            <a:ext cx="3545738" cy="512064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2706" y="4599432"/>
            <a:ext cx="208269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판매 문구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42836" y="469087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42836" y="4690872"/>
            <a:ext cx="123444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초안 완료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7316" y="1417320"/>
            <a:ext cx="3545738" cy="41148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등록 직전 확인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7316" y="1965960"/>
            <a:ext cx="3545738" cy="512064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07044" y="1965960"/>
            <a:ext cx="208269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SHA-256 41:9D…33:87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17175" y="205740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17175" y="2057400"/>
            <a:ext cx="123444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97316" y="2624328"/>
            <a:ext cx="3545738" cy="512064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07044" y="2624328"/>
            <a:ext cx="208269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targetSdk ≥ 33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17175" y="271576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17175" y="2715768"/>
            <a:ext cx="123444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E8E3E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97316" y="3282696"/>
            <a:ext cx="3545738" cy="512064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07044" y="3282696"/>
            <a:ext cx="208269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정식 · 외부결제 X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317175" y="337413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317175" y="3374136"/>
            <a:ext cx="123444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변경 불가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97316" y="3941064"/>
            <a:ext cx="3545738" cy="512064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07044" y="3941064"/>
            <a:ext cx="208269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수집 · 광고 아니오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317175" y="403250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17175" y="4032504"/>
            <a:ext cx="123444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97316" y="4599432"/>
            <a:ext cx="3545738" cy="512064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07044" y="4599432"/>
            <a:ext cx="2082698" cy="51206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IARC + 3+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317175" y="469087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317175" y="4690872"/>
            <a:ext cx="1234440" cy="329184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다음 행동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417320"/>
            <a:ext cx="5440680" cy="42062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81912"/>
            <a:ext cx="64008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45336"/>
            <a:ext cx="5120640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사용자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20824"/>
            <a:ext cx="5120640" cy="35204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원스토어 개발자 가입 (개인개발자)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판매자 정보 확정 (이름·이메일·전화)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서명 방식 · 패키지명 · 카테고리 결정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실기기 설치 테스트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콘솔 등록 → 심사 요청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17320"/>
            <a:ext cx="5440680" cy="420624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81912"/>
            <a:ext cx="64008" cy="384048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45336"/>
            <a:ext cx="5120640" cy="4572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에이전트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20824"/>
            <a:ext cx="5120640" cy="352044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실기기 스샷으로 교체 (원하면)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미사용 자산 정리로 APK 축소 검토 (osis.xml 5.7 MB 등)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Play 문서에 PEPK 서명 계획 반영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업데이트 시 빌드 · 서명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8229600" cy="36576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3F51B5"/>
                </a:solidFill>
                <a:latin typeface="Malgun Gothic"/>
                <a:ea typeface="Malgun Gothic"/>
                <a:cs typeface="Malgun Gothic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9692640" cy="685800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출처 (2026-10-03 확인)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417320"/>
            <a:ext cx="11091671" cy="4572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17320"/>
            <a:ext cx="31455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3632" y="1417320"/>
            <a:ext cx="7653527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URL (onestore-dev.gitbook.io/dev/…)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20"/>
            <a:ext cx="11091671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74520"/>
            <a:ext cx="31455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가입 · 기본정보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2" y="1874520"/>
            <a:ext cx="7653527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docs/member/sign-up · docs/member/info/basic-info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109167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331720"/>
            <a:ext cx="31455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상품 등록 · 기본정보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2331720"/>
            <a:ext cx="7653527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docs/apps/register-app · docs/apps/product/android/main-info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11091671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788920"/>
            <a:ext cx="31455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바이너리 · 서명 · Play 프로텍트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2788920"/>
            <a:ext cx="7653527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docs/apps/product/android/binary · help/faq/apps/one-store-android-app-bundle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1109167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246120"/>
            <a:ext cx="31455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판매정보 · 이미지 규격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2" y="3246120"/>
            <a:ext cx="7653527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docs/apps/product/android/app-info · tools/icon-guide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03320"/>
            <a:ext cx="11091671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703320"/>
            <a:ext cx="31455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수집정보 · 연령등급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3632" y="3703320"/>
            <a:ext cx="7653527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docs/apps/product/common-info/main-info/data · …/common-info/age-rating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60520"/>
            <a:ext cx="1109167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160520"/>
            <a:ext cx="31455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심사 · 반려 · 출시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3632" y="4160520"/>
            <a:ext cx="7653527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docs/apps/request-for-review · help/faq/review · docs/apps/distribution-management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617720"/>
            <a:ext cx="11091671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4617720"/>
            <a:ext cx="31455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targetSdk 공지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3632" y="4617720"/>
            <a:ext cx="7653527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dev.onestore.net/devpoc/support/news/noticeView.omp?noticeId=33671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074920"/>
            <a:ext cx="1109167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5074920"/>
            <a:ext cx="3145536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Play 비공개 테스트 12×14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13632" y="5074920"/>
            <a:ext cx="7653527" cy="457200"/>
          </a:xfrm>
          <a:prstGeom prst="rect">
            <a:avLst/>
          </a:prstGeom>
          <a:noFill/>
        </p:spPr>
        <p:txBody>
          <a:bodyPr wrap="square" anchor="ctr" lIns="54864" rIns="54864" tIns="27432" bIns="2743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support.google.com/googleplay/android-developer/answer/14151465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19088"/>
            <a:ext cx="73152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성경 · 원스토어 출시 프로세스 · 2026-10-03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71455" y="6419088"/>
            <a:ext cx="1371600" cy="329184"/>
          </a:xfrm>
          <a:prstGeom prst="rect">
            <a:avLst/>
          </a:prstGeom>
          <a:noFill/>
        </p:spPr>
        <p:txBody>
          <a:bodyPr wrap="square" anchor="t" lIns="54864" rIns="54864" tIns="27432" bIns="27432"/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