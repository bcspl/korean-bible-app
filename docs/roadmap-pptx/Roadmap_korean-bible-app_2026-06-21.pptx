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korean-bible-app - 로드맵 및 작업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FBF1"/>
                </a:solidFill>
              </a:defRPr>
            </a:pPr>
            <a:r>
              <a:t>Updated 2026-06-21 | 자동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5F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**완전 무료 오프라인 한국어 성경 앱**  </a:t>
            </a:r>
            <a:br/>
            <a:r>
              <a:t>Public Domain 데이터(개역개정 등)를 사용하여 인터넷 없이도 성경을 읽고, 검색하고, 북마크/메모할 수 있는 크로스 플랫폼 앱입니다.</a:t>
            </a:r>
            <a:br/>
            <a:br/>
            <a:r>
              <a:t>- **주요 목표**: 접근성(큰 글씨, 다크모드) 중심의 편리한 성경 읽기 경험 제공</a:t>
            </a:r>
            <a:br/>
            <a:r>
              <a:t>- **기술 비전**: Flutter + Hive로 모든 플랫폼(Android, iOS, Web, Windows, macOS, Linux)에서 완전 오프라인 동작</a:t>
            </a:r>
            <a:br/>
            <a:r>
              <a:t>- **데이터 출처**: Public Domain 한국어 성경 (개역개정 등)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5F"/>
                </a:solidFill>
              </a:defRPr>
            </a:pPr>
            <a:r>
              <a:t>현재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• 분석 및 기반 작업 완료</a:t>
            </a:r>
            <a:br/>
            <a:r>
              <a:t>• Phase 1 준비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5F"/>
                </a:solidFill>
              </a:defRPr>
            </a:pPr>
            <a:r>
              <a:t>개발 단계 (Phases)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500">
                <a:solidFill>
                  <a:srgbClr val="1E293B"/>
                </a:solidFill>
              </a:defRPr>
            </a:pPr>
            <a:r>
              <a:t>Phase 0: 기반 구축 (완료)</a:t>
            </a:r>
            <a:br/>
            <a:r>
              <a:t>Phase 1: 데이터 계층 (최우선) - 모델, Hive, 파서</a:t>
            </a:r>
            <a:br/>
            <a:r>
              <a:t>Phase 2: 핵심 읽기 MVP</a:t>
            </a:r>
            <a:br/>
            <a:r>
              <a:t>Phase 3: 사용자 기능 (북마크, 검색)</a:t>
            </a:r>
            <a:br/>
            <a:r>
              <a:t>Phase 4: UI/UX 고도화</a:t>
            </a:r>
            <a:br/>
            <a:r>
              <a:t>Phase 5: 배포 및 플랫폼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5F"/>
                </a:solidFill>
              </a:defRPr>
            </a:pPr>
            <a:r>
              <a:t>우선순위 작업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- [ ] 성경 데이터 모델 정의 (BibleBook, Chapter, Verse, VerseRef 등)</a:t>
            </a:r>
            <a:br/>
            <a:r>
              <a:t>- [ ] Hive 어댑터 생성 (`@HiveType`, `hive_generator`)</a:t>
            </a:r>
            <a:br/>
            <a:r>
              <a:t>- [ ] `build_runner` 실행으로 어댑터 코드 생성</a:t>
            </a:r>
            <a:br/>
            <a:r>
              <a:t>- [ ] JSON 파서/로더 서비스 구현 (rootBundle + kor_bible_full.json)</a:t>
            </a:r>
            <a:br/>
            <a:r>
              <a:t>- [ ] 앱 시작 시 데이터 로드 + Hive Box 초기화/시드</a:t>
            </a:r>
            <a:br/>
            <a:r>
              <a:t>- [ ] 간단한 데이터 검증 테스트 작성</a:t>
            </a:r>
            <a:br/>
            <a:r>
              <a:t>- [ ] 성능 프로파일링 (로딩 시간 측정)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5F"/>
                </a:solidFill>
              </a:defRPr>
            </a:pPr>
            <a:r>
              <a:t>리스크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1E293B"/>
                </a:solidFill>
              </a:defRPr>
            </a:pPr>
            <a:r>
              <a:t>• 데이터 모델 + 어댑터부터 시작 (Phase 1)</a:t>
            </a:r>
            <a:br/>
            <a:r>
              <a:t>• JSON 로드 및 기본 UI (Phase 2)</a:t>
            </a:r>
            <a:br/>
            <a:r>
              <a:t>• 상세 내용은 docs/ 로드맵 파일 참조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