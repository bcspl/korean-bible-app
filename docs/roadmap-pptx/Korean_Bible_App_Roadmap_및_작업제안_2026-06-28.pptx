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한국어 성경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FBF1"/>
                </a:solidFill>
                <a:latin typeface="Malgun Gothic"/>
              </a:defRPr>
            </a:pPr>
            <a:r>
              <a:t>로드맵 및 작업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Updated 2026-06-28 | 완전 무료 오프라인 한국어 성경 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비전</a:t>
            </a:r>
            <a:br/>
            <a:r>
              <a:t>완전 무료 오프라인 한국어 성경 앱 (Public Domain - 개역개정 등)</a:t>
            </a:r>
            <a:br/>
            <a:br/>
            <a:r>
              <a:t>주요 목표</a:t>
            </a:r>
            <a:br/>
            <a:r>
              <a:t>• 인터넷 없이 성경 읽기, 검색, 북마크</a:t>
            </a:r>
            <a:br/>
            <a:r>
              <a:t>• 찬송가 가사/악보, 사도신경, 주기도문, 교독문 제공</a:t>
            </a:r>
            <a:br/>
            <a:r>
              <a:t>• "이 성경앱에 대해서" 페이지</a:t>
            </a:r>
            <a:br/>
            <a:r>
              <a:t>• 접근성 중심 UI (큰 글씨, 다크모드)</a:t>
            </a:r>
            <a:br/>
            <a:r>
              <a:t>• Flutter로 모든 플랫폼 지원 (Android, iOS, Web, Desktop)</a:t>
            </a:r>
            <a:br/>
            <a:br/>
            <a:r>
              <a:t>데이터</a:t>
            </a:r>
            <a:br/>
            <a:r>
              <a:t>Public Domain 한국어 성경 데이터 활용 + 찬송가/기도문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현재 상태 (2026-06-27)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algun Gothic"/>
              </a:defRPr>
            </a:pPr>
            <a:r>
              <a:t>전체 로드맵 진행률: ~40% 완료 (Phase 0-2 ✅ | Phase 3+ ⏳)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29184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Phase별: 0-2 ████ 100% | 3 ░░░░ 0% | 4-5 ░░░░ 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✅ 완료된 상태 (전체 로드맵 대비 ~40%)</a:t>
            </a:r>
            <a:br/>
            <a:r>
              <a:t>• Phase 0: 기반, 의존성, 데이터, 스켈레톤, 빌드 ✅</a:t>
            </a:r>
            <a:br/>
            <a:r>
              <a:t>• Phase 1: 모델 3개 + 어댑터 + JSON 로더 + 시드 ✅</a:t>
            </a:r>
            <a:br/>
            <a:r>
              <a:t>• Phase 2: 책목록(bilingual+검색+필터+본문검색), 장그리드, 뷰어(Rich+prev/next+홈), Provider, 디자인 ✅</a:t>
            </a:r>
            <a:br/>
            <a:br/>
            <a:r>
              <a:t>⏳ 당장 다음 할 일 (상세 범위, &lt;1주, Top 3)</a:t>
            </a:r>
            <a:br/>
            <a:r>
              <a:t>1. Phase 3 D1-2: 북마크 - model+Hive box + viewer 버튼 + 목록 화면 구현</a:t>
            </a:r>
            <a:br/>
            <a:r>
              <a:t>2. Phase 3 D2-3: 설정 화면 + 검색 결과 polish (글꼴/다크 토글)</a:t>
            </a:r>
            <a:br/>
            <a:r>
              <a:t>3. 찬송가(가사+악보), 사도신경, 주기도문, 교독문 화면 + "이 성경앱에 대해서" 추가 (메모 기능 완전 배제)</a:t>
            </a:r>
            <a:br/>
            <a:br/>
            <a:r>
              <a:t>남은 것: Phase 3 (북마크+추가콘텐츠+설정), Phase 4 (고도화), Phase 5 (배포) - 백로그에 일/주 단위 상세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핵심</a:t>
            </a:r>
            <a:br/>
            <a:r>
              <a:t>• Flutter (크로스 플랫폼)</a:t>
            </a:r>
            <a:br/>
            <a:r>
              <a:t>• Hive (오프라인 NoSQL DB) + hive_generator</a:t>
            </a:r>
            <a:br/>
            <a:r>
              <a:t>• Provider (상태 관리)</a:t>
            </a:r>
            <a:br/>
            <a:br/>
            <a:r>
              <a:t>UI &amp; 기타</a:t>
            </a:r>
            <a:br/>
            <a:r>
              <a:t>• Material Design + 접근성 (폰트 크기)</a:t>
            </a:r>
            <a:br/>
            <a:r>
              <a:t>• Assets: assets/data/ (성경 JSON)</a:t>
            </a:r>
            <a:br/>
            <a:br/>
            <a:r>
              <a:t>향후 고려</a:t>
            </a:r>
            <a:br/>
            <a:r>
              <a:t>• shared_preferences (설정 저장)</a:t>
            </a:r>
            <a:br/>
            <a:r>
              <a:t>• 데이터 최적화 (lazy load, 인덱싱)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Malgun Gothic"/>
              </a:defRPr>
            </a:pPr>
            <a:r>
              <a:t>개발 단계 개요 (Phases)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기반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4792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64792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데이터 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63824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63824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544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기본 읽기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62856" y="1005840"/>
            <a:ext cx="13258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사용자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다음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61888" y="1005840"/>
            <a:ext cx="13258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07608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8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UI/UX 고도화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7608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미완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0920" y="1005840"/>
            <a:ext cx="13258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배포 &amp; 플랫폼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미완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Phase 1부터 시작하여 데이터 계층을 완성한 후, 순차적으로 MVP → 기능 → 품질 → 배포로 진행합니다. 각 Phase의 상세 작업은 다음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1: 데이터 계층 (최우선)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성경 데이터 모델 정의 (BibleBook, Chapter, Verse, VerseRef)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Hive 어댑터 생성 (@HiveType, @HiveField)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build_runner 실행으로 어댑터 코드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JSON 파서 서비스 구현 (rootBundle 사용)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시작 시 데이터 로드 + Hive Box 시드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데이터 검증 및 로딩 성능 측정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2: 핵심 읽기 MVP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책 목록 화면 (구약/신약 분류)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장 선택 화면 (그리드 또는 목록)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뷰어 (절 단위 표시, 스크롤)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이전/다음 장·책 네비게이션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현재 읽기 위치 저장 (Provider + 로컬)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하단 네비게이션 연결 (성경/북마크/검색)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3+: 사용자 기능 + 추가 콘텐츠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북마크 (Hive 저장, viewer 버튼)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설정 화면 (글꼴 크기, 테마, 다크모드)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검색 결과 polish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찬송가 가사 및 악보 보기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사도신경, 주기도문, 교독문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 성경앱에 대해서 페이지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우선순위 작업 순서 (요약)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Phase 3 Day1~2: Bookmark model + Hive box + viewer 버튼 + 목록 (북마크)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Phase 3 Day2~3: 설정 화면 + 검색 결과 polish (글꼴/다크)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찬송가 가사+악보, 사도신경, 주기도문, 교독문 + About 페이지 구현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Phase 4 Day1: Theme provider + 다크모드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5. Phase 4 Day3~5: 반응형 LayoutBuilder + 접근성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6. Phase 5 Day1~2: Android build + 테스트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7. Phase 5 Day2~4: iOS build + Xcode 테스트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8. Phase 5 Day4~7: Web PWA + 릴리스 + 스토어 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상세 백로그: docs/Task_Prioritized_Backlog_and_Schedule_2026-06-19.md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리스크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주요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대용량 JSON 데이터 (7MB+) 로딩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모바일에서의 메모리/성능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데이터 정확성 검증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문서(백로그/스펙) 지속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즉시 추천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데이터 모델 + Hive 어댑터 (Phase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JSON 로더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기본 성경 읽기 UI (Phase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Windows 앱 실행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8229600" cy="12801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  <a:latin typeface="Malgun Gothic"/>
              </a:defRPr>
            </a:pPr>
            <a:r>
              <a:t>로드맵 문서: docs/Project_Status_and_Updated_Roadmap_2026-06-19.md (40% 완료, 다음 Phase 3)</a:t>
            </a:r>
            <a:br/>
            <a:r>
              <a:t>백로그: 상세 일/주 단위 + 시각적 트래킹 (Phase 3 북마크부터)</a:t>
            </a:r>
            <a:br/>
            <a:br/>
            <a:r>
              <a:t>현재: Phase 0-2 ✅ | 다음: Phase 3 ⏳ | 전체: 10슬라이드 PPTX 자동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