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37160" cy="1097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Malgun Gothic"/>
              </a:defRPr>
            </a:pPr>
            <a:r>
              <a:t>한국어 성경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FBF1"/>
                </a:solidFill>
                <a:latin typeface="Malgun Gothic"/>
              </a:defRPr>
            </a:pPr>
            <a:r>
              <a:t>로드맵 및 작업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Updated 2026-06-28 | 완전 무료 오프라인 한국어 성경 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비전</a:t>
            </a:r>
            <a:br/>
            <a:r>
              <a:t>완전 무료 오프라인 한국어 성경 앱 (Public Domain - 개역개정 등)</a:t>
            </a:r>
            <a:br/>
            <a:br/>
            <a:r>
              <a:t>주요 목표</a:t>
            </a:r>
            <a:br/>
            <a:r>
              <a:t>• 인터넷 없이 성경 읽기, 검색, 북마크</a:t>
            </a:r>
            <a:br/>
            <a:r>
              <a:t>• 찬송가 가사/악보, 사도신경, 주기도문, 교독문 제공</a:t>
            </a:r>
            <a:br/>
            <a:r>
              <a:t>• "이 성경앱에 대해서" 페이지</a:t>
            </a:r>
            <a:br/>
            <a:r>
              <a:t>• 접근성 중심 UI (큰 글씨, 다크모드)</a:t>
            </a:r>
            <a:br/>
            <a:r>
              <a:t>• Flutter로 모든 플랫폼 지원 (Android, iOS, Web, Desktop)</a:t>
            </a:r>
            <a:br/>
            <a:br/>
            <a:r>
              <a:t>데이터</a:t>
            </a:r>
            <a:br/>
            <a:r>
              <a:t>Public Domain 한국어 성경 데이터 활용 + 찬송가/기도문 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현재 상태 (2026-06-28)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3A5F"/>
                </a:solidFill>
                <a:latin typeface="Malgun Gothic"/>
              </a:defRPr>
            </a:pPr>
            <a:r>
              <a:t>전체 로드맵 진행률: ~65% 완료 (Phase 0-3 ✅ | Phase 4 ⏳)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8229600" cy="228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349240" cy="228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Phase별: 0-3 ██████ 95% | 4 ░░░░ 10% | 5 ░░░░ 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✅ 완료된 상태 (전체 로드맵 대비 ~65%)</a:t>
            </a:r>
            <a:br/>
            <a:r>
              <a:t>• Phase 0-2: 기반 + 데이터 + 기본 읽기 UI (bilingual 검색, compact grid, home nav) ✅</a:t>
            </a:r>
            <a:br/>
            <a:r>
              <a:t>• Phase 3: 북마크, 찬송가(검색+즐겨찾기), 신경/기도/교독문 dual, About, BottomNav, 다크+글꼴+highContrast ✅</a:t>
            </a:r>
            <a:br/>
            <a:br/>
            <a:r>
              <a:t>⏳ 당장 다음 할 일 (상세 범위, &lt;1주, Top 3)</a:t>
            </a:r>
            <a:br/>
            <a:r>
              <a:t>1. 즐겨찾기 하이라이트 기능 (목록/본문 강조)</a:t>
            </a:r>
            <a:br/>
            <a:r>
              <a:t>2. Phase 4: dark polish, full responsive, accessibility</a:t>
            </a:r>
            <a:br/>
            <a:r>
              <a:t>3. Loading/error full + branding (icon/splash)</a:t>
            </a:r>
            <a:br/>
            <a:br/>
            <a:r>
              <a:t>남은 것: Phase 4 (고도화), Phase 5 (배포) - 상세 Gantt는 별도 슬라이드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3A5F"/>
                </a:solidFill>
                <a:latin typeface="Malgun Gothic"/>
              </a:defRPr>
            </a:pPr>
            <a:r>
              <a:t>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E293B"/>
                </a:solidFill>
              </a:defRPr>
            </a:pPr>
            <a:r>
              <a:t>핵심</a:t>
            </a:r>
            <a:br/>
            <a:r>
              <a:t>• Flutter (크로스 플랫폼)</a:t>
            </a:r>
            <a:br/>
            <a:r>
              <a:t>• Hive (오프라인 NoSQL DB) + hive_generator</a:t>
            </a:r>
            <a:br/>
            <a:r>
              <a:t>• Provider (상태 관리)</a:t>
            </a:r>
            <a:br/>
            <a:br/>
            <a:r>
              <a:t>UI &amp; 기타</a:t>
            </a:r>
            <a:br/>
            <a:r>
              <a:t>• Material Design + 접근성 (폰트 크기)</a:t>
            </a:r>
            <a:br/>
            <a:r>
              <a:t>• Assets: assets/data/ (성경 JSON)</a:t>
            </a:r>
            <a:br/>
            <a:br/>
            <a:r>
              <a:t>향후 고려</a:t>
            </a:r>
            <a:br/>
            <a:r>
              <a:t>• shared_preferences (설정 저장)</a:t>
            </a:r>
            <a:br/>
            <a:r>
              <a:t>• 데이터 최적화 (lazy load, 인덱싱)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3A5F"/>
                </a:solidFill>
                <a:latin typeface="Malgun Gothic"/>
              </a:defRPr>
            </a:pPr>
            <a:r>
              <a:t>개발 단계 개요 (Phases)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2011680" cy="4572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7899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0-2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MVP 읽기 UI</a:t>
            </a:r>
            <a:br/>
            <a:r>
              <a:t>(~6/27 완료)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100584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06040" y="1005840"/>
            <a:ext cx="2011680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51760" y="107899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기능+콘텐츠</a:t>
            </a:r>
            <a:br/>
            <a:r>
              <a:t>(~7/10 목표)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286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✅ 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00584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54880" y="1005840"/>
            <a:ext cx="20116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07899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고도화</a:t>
            </a:r>
            <a:br/>
            <a:r>
              <a:t>(~7/20 목표)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286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진행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005840"/>
            <a:ext cx="201168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03720" y="1005840"/>
            <a:ext cx="201168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1078992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algun Gothic"/>
              </a:defRPr>
            </a:pPr>
            <a:r>
              <a:t>Phase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E293B"/>
                </a:solidFill>
                <a:latin typeface="Malgun Gothic"/>
              </a:defRPr>
            </a:pPr>
            <a:r>
              <a:t>배포</a:t>
            </a:r>
            <a:br/>
            <a:r>
              <a:t>(~7/25+ 목표)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2860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97706"/>
                </a:solidFill>
                <a:latin typeface="Malgun Gothic"/>
              </a:defRPr>
            </a:pPr>
            <a:r>
              <a:t>⏳ 예정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840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Phase 1부터 시작하여 데이터 계층을 완성한 후, 순차적으로 MVP → 기능 → 품질 → 배포로 진행합니다. 각 Phase의 상세 작업은 다음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마일스톤 &amp; 간트 차트 (일정)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Malgun Gothic"/>
              </a:defRPr>
            </a:pPr>
            <a:r>
              <a:t>주요 마일스톤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M1: Phase 0-2 완료 (MVP) - 2026-06-27 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M2: Phase 3 완료 (기능+콘텐츠) - 2026-07-10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M3: Phase 4 완료 (고도화) - 2026-07-20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M4: Phase 5 완료 (빌드/릴리스) - 2026-07-25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68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• M5: 스토어 배포 - 2026-08-05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Malgun Gothic"/>
              </a:defRPr>
            </a:pPr>
            <a:r>
              <a:t>간트 차트 (Phase별)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430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E293B"/>
                </a:solidFill>
                <a:latin typeface="Malgun Gothic"/>
              </a:defRPr>
            </a:pPr>
            <a:r>
              <a:t>6월 말   7월 초   7월 중   7월 말   8월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554480"/>
            <a:ext cx="411480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60020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P0-2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965960"/>
            <a:ext cx="246888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011679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P3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338560" y="2377440"/>
            <a:ext cx="205740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84280" y="24231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P4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395960" y="2788920"/>
            <a:ext cx="164592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0" y="28346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algun Gothic"/>
              </a:defRPr>
            </a:pPr>
            <a:r>
              <a:t>P5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Malgun Gothic"/>
              </a:defRPr>
            </a:pPr>
            <a:r>
              <a:t>✅ = 완료   |   Gantt 바: Phase 기간 (주 단위 추정)   |   상세 일정은 백로그 MD 참조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1: 데이터 계층 (최우선)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성경 데이터 모델 정의 (BibleBook, Chapter, Verse, VerseRef)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Hive 어댑터 생성 (@HiveType, @HiveField)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build_runner 실행으로 어댑터 코드 생성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JSON 파서 서비스 구현 (rootBundle 사용)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앱 시작 시 데이터 로드 + Hive Box 시드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데이터 검증 및 로딩 성능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2: 핵심 읽기 MVP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책 목록 화면 (구약/신약 분류)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장 선택 화면 (그리드 또는 목록)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뷰어 (절 단위 표시, 스크롤)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이전/다음 장·책 네비게이션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현재 읽기 위치 저장 (Provider + 로컬)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하단 네비게이션 연결 (성경/북마크/검색)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Phase 3+: 사용자 기능 + 추가 콘텐츠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960120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북마크 (Hive 저장, viewer 버튼)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1399032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53312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설정 화면 (글꼴 크기, 테마, 다크모드)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837943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92224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본문 검색 결과 polish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76856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31136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찬송가 가사 및 악보 보기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2715768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70048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사도신경, 주기도문, 교독문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154679"/>
            <a:ext cx="137160" cy="1371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7955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E293B"/>
                </a:solidFill>
                <a:latin typeface="Malgun Gothic"/>
              </a:defRPr>
            </a:pPr>
            <a:r>
              <a:t>이 성경앱에 대해서 페이지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우선순위 작업 순서 (요약)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868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Phase 3 Day1~2: Bookmark model + Hive box + viewer 버튼 + 목록 (북마크)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25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Phase 3 Day2~3: 설정 화면 + 검색 결과 polish (글꼴/다크)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찬송가 가사+악보, 사도신경, 주기도문, 교독문 + About 페이지 구현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2402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Phase 4 Day1: Theme provider + 다크모드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974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5. Phase 4 Day3~5: 반응형 LayoutBuilder + 접근성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546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6. Phase 5 Day1~2: Android build + 테스트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7. Phase 5 Day2~4: iOS build + Xcode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69080"/>
            <a:ext cx="8229600" cy="3840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7863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8. Phase 5 Day4~7: Web PWA + 릴리스 + 스토어 준비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상세 백로그: docs/Task_Prioritized_Backlog_and_Schedule_2026-06-19.md 참조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3A5F"/>
                </a:solidFill>
                <a:latin typeface="Malgun Gothic"/>
              </a:defRPr>
            </a:pPr>
            <a:r>
              <a:t>리스크 및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Malgun Gothic"/>
              </a:defRPr>
            </a:pPr>
            <a:r>
              <a:t>주요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대용량 JSON 데이터 (7MB+) 로딩 성능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모바일에서의 메모리/성능 최적화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데이터 정확성 검증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• 문서(백로그/스펙) 지속 업데이트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822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Malgun Gothic"/>
              </a:defRPr>
            </a:pPr>
            <a:r>
              <a:t>즉시 추천 작업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1. 데이터 모델 + Hive 어댑터 (Phase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58191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2. JSON 로더 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9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3. 기본 성경 읽기 UI (Phase 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768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293B"/>
                </a:solidFill>
                <a:latin typeface="Malgun Gothic"/>
              </a:defRPr>
            </a:pPr>
            <a:r>
              <a:t>4. Windows 앱 실행 테스트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74720"/>
            <a:ext cx="8229600" cy="12801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E3A5F"/>
                </a:solidFill>
                <a:latin typeface="Malgun Gothic"/>
              </a:defRPr>
            </a:pPr>
            <a:r>
              <a:t>로드맵 문서: docs/Project_Status_and_Updated_Roadmap_2026-06-19.md (~65% 완료, Phase 3 ✅)</a:t>
            </a:r>
            <a:br/>
            <a:r>
              <a:t>백로그: 즐겨찾기 하이라이트 + Phase 4 상세 | Gantt: 별도 슬라이드</a:t>
            </a:r>
            <a:br/>
            <a:br/>
            <a:r>
              <a:t>현재: Phase 0-3 ✅ | 다음: Phase 4 ⏳ | 마일스톤/Gantt 포함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