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한국어 성경 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Malgun Gothic"/>
              </a:defRPr>
            </a:pPr>
            <a:r>
              <a:t>로드맵 및 작업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Updated 2026-07-04 | 완전 무료 오프라인 한국어 성경 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비전</a:t>
            </a:r>
            <a:br/>
            <a:r>
              <a:t>완전 무료 오프라인 한국어 성경 앱 (Public Domain - 개역개정 등)</a:t>
            </a:r>
            <a:br/>
            <a:br/>
            <a:r>
              <a:t>주요 목표</a:t>
            </a:r>
            <a:br/>
            <a:r>
              <a:t>• 인터넷 없이 성경 읽기, 검색, 북마크</a:t>
            </a:r>
            <a:br/>
            <a:r>
              <a:t>• 찬송가 가사/악보, 사도신경, 주기도문, 교독문 제공</a:t>
            </a:r>
            <a:br/>
            <a:r>
              <a:t>• "이 성경앱에 대해서" 페이지</a:t>
            </a:r>
            <a:br/>
            <a:r>
              <a:t>• 접근성 중심 UI (큰 글씨, 다크모드)</a:t>
            </a:r>
            <a:br/>
            <a:r>
              <a:t>• Flutter로 모든 플랫폼 지원 (Android, iOS, Web, Desktop)</a:t>
            </a:r>
            <a:br/>
            <a:br/>
            <a:r>
              <a:t>데이터</a:t>
            </a:r>
            <a:br/>
            <a:r>
              <a:t>Public Domain 한국어 성경 데이터 활용 + 찬송가/기도문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현재 상태 (2026-07-04)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algun Gothic"/>
              </a:defRPr>
            </a:pPr>
            <a:r>
              <a:t>전체 로드맵 진행률: ~65% 완료 (Phase 0-3 ✅ | Phase 4 ⏳)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49240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Phase별: 0-3 ██████ 95% | 4 ░░░░ 10% | 5 ░░░░ 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✅ 완료된 상태 (전체 로드맵 대비 ~65%)</a:t>
            </a:r>
            <a:br/>
            <a:r>
              <a:t>• Phase 0-2: 기반 + 데이터 + 기본 읽기 UI (bilingual 검색, compact grid, home nav) ✅</a:t>
            </a:r>
            <a:br/>
            <a:r>
              <a:t>• Phase 3: 북마크, 찬송가(검색+즐겨찾기), 신경/기도/교독문 dual, About, BottomNav, 다크+글꼴+highContrast ✅</a:t>
            </a:r>
            <a:br/>
            <a:br/>
            <a:r>
              <a:t>⏳ 당장 다음 할 일 (상세 범위, &lt;1주, Top 3)</a:t>
            </a:r>
            <a:br/>
            <a:r>
              <a:t>1. 즐겨찾기 하이라이트 기능 (목록/본문 강조)</a:t>
            </a:r>
            <a:br/>
            <a:r>
              <a:t>2. Phase 4: dark polish, full responsive, accessibility</a:t>
            </a:r>
            <a:br/>
            <a:r>
              <a:t>3. Loading/error full + branding (icon/splash)</a:t>
            </a:r>
            <a:br/>
            <a:br/>
            <a:r>
              <a:t>남은 것: Phase 4 (고도화), Phase 5 (배포) - 상세 Gantt는 별도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Malgun Gothic"/>
              </a:defRPr>
            </a:pPr>
            <a: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핵심</a:t>
            </a:r>
            <a:br/>
            <a:r>
              <a:t>• Flutter (크로스 플랫폼)</a:t>
            </a:r>
            <a:br/>
            <a:r>
              <a:t>• Hive (오프라인 NoSQL DB) + hive_generator</a:t>
            </a:r>
            <a:br/>
            <a:r>
              <a:t>• Provider (상태 관리)</a:t>
            </a:r>
            <a:br/>
            <a:br/>
            <a:r>
              <a:t>UI &amp; 기타</a:t>
            </a:r>
            <a:br/>
            <a:r>
              <a:t>• Material Design + 접근성 (폰트 크기)</a:t>
            </a:r>
            <a:br/>
            <a:r>
              <a:t>• Assets: assets/data/ (성경 JSON)</a:t>
            </a:r>
            <a:br/>
            <a:br/>
            <a:r>
              <a:t>향후 고려</a:t>
            </a:r>
            <a:br/>
            <a:r>
              <a:t>• shared_preferences (설정 저장)</a:t>
            </a:r>
            <a:br/>
            <a:r>
              <a:t>• 데이터 최적화 (lazy load, 인덱싱)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algun Gothic"/>
              </a:defRPr>
            </a:pPr>
            <a:r>
              <a:t>개발 단계 개요 (Phases)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01168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0-2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MVP 읽기 UI</a:t>
            </a:r>
            <a:br/>
            <a:r>
              <a:t>(완료)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914400"/>
            <a:ext cx="20116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북마크 + 35 hymns</a:t>
            </a:r>
            <a:br/>
            <a:r>
              <a:t>(완료)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Malgun Gothic"/>
              </a:defRPr>
            </a:pPr>
            <a:r>
              <a:t>✅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Branding + Resp + Access</a:t>
            </a:r>
            <a:br/>
            <a:r>
              <a:t>+ Scroll fix (85%)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85%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91440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914400"/>
            <a:ext cx="201168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9875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  <a:latin typeface="Malgun Gothic"/>
              </a:defRPr>
            </a:pPr>
            <a:r>
              <a:t>Android/iOS/Web</a:t>
            </a:r>
            <a:br/>
            <a:r>
              <a:t>+ Store (준비)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00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</a:defRPr>
            </a:pPr>
            <a:r>
              <a:t>⏳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Phase 1부터 시작하여 데이터 계층을 완성한 후, 순차적으로 MVP → 기능 → 품질 → 배포로 진행합니다. 각 Phase의 상세 작업은 다음 슬라이드 참조.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마일스톤 &amp; 간트 차트 (일정)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Malgun Gothic"/>
              </a:defRPr>
            </a:pPr>
            <a:r>
              <a:t>주요 마일스톤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M1: Phase 0-2 완료 (MVP) - 2026-06-27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M2: Phase 3 완료 (기능+콘텐츠) - 2026-07-04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M3: Phase 4 완료 (고도화 + 35 hymns) - 2026-07-11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M4: Phase 5 완료 (빌드/릴리스) - 2026-07-25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• M5: 스토어 배포 - 2026-08-05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Malgun Gothic"/>
              </a:defRPr>
            </a:pPr>
            <a:r>
              <a:t>간트 차트 (Phase별, 주 단위)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097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293B"/>
                </a:solidFill>
                <a:latin typeface="Malgun Gothic"/>
              </a:defRPr>
            </a:pPr>
            <a:r>
              <a:t>6월   |   7월 초   |   7월 중   |   7월 말   |   8월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417320"/>
            <a:ext cx="2331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463040"/>
            <a:ext cx="2240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P0-2 (기반+읽기UI)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1828800"/>
            <a:ext cx="116586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874519"/>
            <a:ext cx="10744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P3 (북마크 + hymns)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2460" y="2240280"/>
            <a:ext cx="194310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8180" y="2286000"/>
            <a:ext cx="18516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P4 (Branding+35 hymns+Resp+Access+Scroll)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95560" y="2651760"/>
            <a:ext cx="77724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269748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P4 잔여 (CSV 100+ + Polish)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3063240"/>
            <a:ext cx="233172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3108960"/>
            <a:ext cx="2240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P5 (빌드 + Store)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Malgun Gothic"/>
              </a:defRPr>
            </a:pPr>
            <a:r>
              <a:t>✅ = 완료   |   Gantt 바: Phase 기간 (주 단위)   |   hymns: 35곡 PD   |   Updated 2026-07-04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1: 데이터 계층 (최우선)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성경 데이터 모델 정의 (BibleBook, Chapter, Verse, VerseRef)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Hive 어댑터 생성 (@HiveType, @HiveField)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build_runner 실행으로 어댑터 코드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JSON 파서 서비스 구현 (rootBundle 사용)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앱 시작 시 데이터 로드 + Hive Box 시드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데이터 검증 및 로딩 성능 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2: 핵심 읽기 MVP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책 목록 화면 (구약/신약 분류)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장 선택 화면 (그리드 또는 목록)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본문 뷰어 (절 단위 표시, 스크롤)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이전/다음 장·책 네비게이션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현재 읽기 위치 저장 (Provider + 로컬)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하단 네비게이션 연결 (성경/북마크/검색)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Phase 3+: 사용자 기능 + hymns 확장 (35곡)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960120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북마크 (Hive + viewer toggle + 목록)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399032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설정 (글꼴 슬라이더 0.8~2.0, 다크, highContrast)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37943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9222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찬송가: 35곡 PD + 다운로더 스크립트 + 검색/즐겨찾기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76856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예배자료: 사도신경/주기도문/교독문 (dual 버전)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715768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7004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About 페이지 + 하단 5탭 네비게이션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154679"/>
            <a:ext cx="137160" cy="137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algun Gothic"/>
              </a:defRPr>
            </a:pPr>
            <a:r>
              <a:t>Hymn list 스크롤 최적화 (debounce + O(1) fav)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우선순위 작업 순서 (요약)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68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Phase 4 잔여: 추가 Semantics + Hymn CSV 100곡+ import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Phase 5 Day1-2: Android 빌드 + emulator 테스트 + signing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Phase 5 Day2-4: iOS build/archive + Web PWA deploy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Store assets: 스크린샷 (다양한 기기) + listing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5. Final polish: 남은 화면 responsive + accessibility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6. Full test coverage + performance check (large JSON)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7. Internal release + feedback cycle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69080"/>
            <a:ext cx="8229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8. 스토어 제출 준비 (Play / App Store / MS Store)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algun Gothic"/>
              </a:defRPr>
            </a:pPr>
            <a:r>
              <a:t>상세 백로그: docs/Task_Prioritized_Backlog_and_Schedule_2026-06-19.md 참조 (Updated 2026-07-04)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Malgun Gothic"/>
              </a:defRPr>
            </a:pPr>
            <a:r>
              <a:t>리스크 및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Malgun Gothic"/>
              </a:defRPr>
            </a:pPr>
            <a:r>
              <a:t>주요 리스크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대용량 JSON 데이터 (7MB+) 로딩 성능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모바일에서의 메모리/성능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데이터 정확성 검증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• 문서(백로그/스펙) 지속 업데이트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즉시 추천 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1. 데이터 모델 + Hive 어댑터 (Phase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2. JSON 로더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9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3. 기본 성경 읽기 UI (Phase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768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algun Gothic"/>
              </a:defRPr>
            </a:pPr>
            <a:r>
              <a:t>4. Windows 앱 실행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8229600" cy="12801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3A5F"/>
                </a:solidFill>
                <a:latin typeface="Malgun Gothic"/>
              </a:defRPr>
            </a:pPr>
            <a:r>
              <a:t>로드맵 문서: docs/Project_Status_and_Updated_Roadmap_2026-06-19.md (~88% 완료)</a:t>
            </a:r>
            <a:br/>
            <a:r>
              <a:t>백로그: Phase 4 85% (35 hymns + Branding + Responsive) | Gantt: 별도 슬라이드</a:t>
            </a:r>
            <a:br/>
            <a:br/>
            <a:r>
              <a:t>현재: Phase 0-4 대부분 ✅ | 다음: Phase 5 (빌드/Store) | Updated 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