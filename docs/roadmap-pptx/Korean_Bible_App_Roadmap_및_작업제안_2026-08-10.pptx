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3716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한국어 성경 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FBF1"/>
                </a:solidFill>
                <a:latin typeface="Malgun Gothic"/>
              </a:defRPr>
            </a:pPr>
            <a:r>
              <a:t>로드맵 및 작업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Updated 2026-08-10 | 완전 무료 오프라인 한국어 성경 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비전</a:t>
            </a:r>
            <a:br/>
            <a:r>
              <a:t>완전 무료 오프라인 한국어 성경 앱 (Public Domain - 개역개정 등)</a:t>
            </a:r>
            <a:br/>
            <a:br/>
            <a:r>
              <a:t>주요 목표</a:t>
            </a:r>
            <a:br/>
            <a:r>
              <a:t>• 인터넷 없이 성경 읽기, 검색, 북마크</a:t>
            </a:r>
            <a:br/>
            <a:r>
              <a:t>• 찬송가 가사/악보, 사도신경, 주기도문, 교독문 제공</a:t>
            </a:r>
            <a:br/>
            <a:r>
              <a:t>• "이 성경앱에 대해서" 페이지</a:t>
            </a:r>
            <a:br/>
            <a:r>
              <a:t>• 접근성 중심 UI (큰 글씨, 다크모드)</a:t>
            </a:r>
            <a:br/>
            <a:r>
              <a:t>• Flutter로 모든 플랫폼 지원 (Android, iOS, Web, Desktop)</a:t>
            </a:r>
            <a:br/>
            <a:br/>
            <a:r>
              <a:t>데이터</a:t>
            </a:r>
            <a:br/>
            <a:r>
              <a:t>Public Domain 한국어 성경 데이터 활용 + 찬송가/기도문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현재 상태 (2026-08-10)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algun Gothic"/>
              </a:defRPr>
            </a:pPr>
            <a:r>
              <a:t>전체 로드맵 진행률: ~92% 완료 (hymns 102곡 | responsive 12 screens)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571232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Phase별: 0-3 100% ✅ | 4 ~80% ⏳ | 5 ~10% ⏳ | branding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✅ 완료된 상태 (~92% , hymns 102곡)</a:t>
            </a:r>
            <a:br/>
            <a:r>
              <a:t>Phase 0-3 완료, Phase 4 대부분 (branding, responsive, hymns 35곡, scroll fix)</a:t>
            </a:r>
            <a:br/>
            <a:br/>
            <a:r>
              <a:t>⏳ 당장 다음 할 일 (Top, &lt;1-2주)</a:t>
            </a:r>
            <a:br/>
            <a:r>
              <a:t>Status:** 오늘 작업 종료. 다음 세션 = Phase 5 잔여 + 스토어 결정 대기.</a:t>
            </a:r>
            <a:br/>
            <a:br/>
            <a:r>
              <a:t>남은 것: Phase 5 (크로스 플랫폼 빌드/스토어) - 상세 Gantt 별도 슬라이드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핵심</a:t>
            </a:r>
            <a:br/>
            <a:r>
              <a:t>• Flutter (크로스 플랫폼)</a:t>
            </a:r>
            <a:br/>
            <a:r>
              <a:t>• Hive (오프라인 NoSQL DB) + hive_generator</a:t>
            </a:r>
            <a:br/>
            <a:r>
              <a:t>• Provider (상태 관리)</a:t>
            </a:r>
            <a:br/>
            <a:br/>
            <a:r>
              <a:t>UI &amp; 기타</a:t>
            </a:r>
            <a:br/>
            <a:r>
              <a:t>• Material Design + 접근성 (폰트 크기)</a:t>
            </a:r>
            <a:br/>
            <a:r>
              <a:t>• Assets: assets/data/ (성경 JSON)</a:t>
            </a:r>
            <a:br/>
            <a:br/>
            <a:r>
              <a:t>향후 고려</a:t>
            </a:r>
            <a:br/>
            <a:r>
              <a:t>• shared_preferences (설정 저장)</a:t>
            </a:r>
            <a:br/>
            <a:r>
              <a:t>• 데이터 최적화 (lazy load, 인덱싱)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Malgun Gothic"/>
              </a:defRPr>
            </a:pPr>
            <a:r>
              <a:t>개발 단계 개요 (Phases)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0116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0-2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MVP 읽기 UI</a:t>
            </a:r>
            <a:br/>
            <a:r>
              <a:t>(완료)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914400"/>
            <a:ext cx="201168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북마크 + 35 hymns</a:t>
            </a:r>
            <a:br/>
            <a:r>
              <a:t>(완료)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914400"/>
            <a:ext cx="20116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Branding + Resp + Access</a:t>
            </a:r>
            <a:br/>
            <a:r>
              <a:t>+ Scroll fix (85%)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85%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914400"/>
            <a:ext cx="20116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Android/iOS/Web</a:t>
            </a:r>
            <a:br/>
            <a:r>
              <a:t>+ Store (준비)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Phase 1부터 시작하여 데이터 계층을 완성한 후, 순차적으로 MVP → 기능 → 품질 → 배포로 진행합니다. 각 Phase의 상세 작업은 다음 슬라이드 참조.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마일스톤 &amp; 간트 차트 (일정)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Malgun Gothic"/>
              </a:defRPr>
            </a:pPr>
            <a:r>
              <a:t>주요 마일스톤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M1: Phase 0-2 완료 (MVP) - 2026-06-27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M2: Phase 3 완료 (북마크 + hymns 35곡) - 2026-07-04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M3: Phase 4 완료 (Branding + Resp + Access + Scroll) - 2026-07-11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M4: Phase 5 완료 (Android/iOS/Web + Store) - 2026-07-25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M5: 스토어 릴리스 - 2026-08-05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Malgun Gothic"/>
              </a:defRPr>
            </a:pPr>
            <a:r>
              <a:t>간트 차트 (Phase별, 주 단위)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097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Malgun Gothic"/>
              </a:defRPr>
            </a:pPr>
            <a:r>
              <a:t>6월   |   7월 초   |   7월 중   |   7월 말   |   8월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371600"/>
            <a:ext cx="2194560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38988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P0-2 (기반+UI)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691640"/>
            <a:ext cx="1097280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709928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P3 (북마크 + hymns)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1828800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2029968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P4 (Branding+35hymns+Resp+Access+Scroll)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2331720"/>
            <a:ext cx="73152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3808" y="2350008"/>
            <a:ext cx="694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P4c (CSV+Semantics+Polish)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0" y="2651760"/>
            <a:ext cx="182880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25328" y="2670048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P5 (빌드+Store)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algun Gothic"/>
              </a:defRPr>
            </a:pPr>
            <a:r>
              <a:t>✅ 완료 | ⏳ 진행 | Gantt 주 단위 | 35 hymns | 2026-08-10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1: 데이터 계층 (완료, 2026-08-10)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성경 데이터 모델 정의 (BibleBook, Chapter, Verse, VerseRef)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Hive 어댑터 생성 (@HiveType, @HiveField)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build_runner 실행으로 어댑터 코드 생성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JSON 파서 서비스 구현 (rootBundle 사용)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앱 시작 시 데이터 로드 + Hive Box 시드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데이터 검증 및 로딩 성능 측정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2: 핵심 읽기 MVP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책 목록 화면 (구약/신약 분류)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장 선택 화면 (그리드 또는 목록)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본문 뷰어 (절 단위 표시, 스크롤)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이전/다음 장·책 네비게이션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현재 읽기 위치 저장 (Provider + 로컬)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하단 네비게이션 연결 (성경/북마크/검색)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3+: 사용자 기능 + hymns 확장 (35곡)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북마크 (Hive + viewer toggle + 목록)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설정 (글꼴 슬라이더 0.8~2.0, 다크, highContrast)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찬송가: 35곡 PD + 다운로더 스크립트 + 검색/즐겨찾기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예배자료: 사도신경/주기도문/교독문 (dual 버전)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About 페이지 + 하단 5탭 네비게이션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Hymn list 스크롤 최적화 (debounce + O(1) fav)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우선순위 작업 순서 (요약)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Status:** 오늘 작업 종료. 다음 세션 = Phase 5 잔여 + 스토어 결정 대기.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상세 백로그: docs/Task_Prioritized_Backlog_and_Schedule_2026-06-19.md 참조 (Updated 2026-08-10)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리스크 및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Malgun Gothic"/>
              </a:defRPr>
            </a:pPr>
            <a:r>
              <a:t>주요 리스크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대용량 JSON 데이터 (7MB+) 로딩 성능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모바일에서의 메모리/성능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데이터 정확성 검증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문서(백로그/스펙) 지속 업데이트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즉시 추천 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Phase 5 Android: build + emulator/실기기 test + signing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Phase 5 iOS + Web: build + PWA + deploy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Hymns 100+곡: CSV import via downloader.py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4. creed/lords/responsive_reading: responsive + Semantics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24327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5. Store assets: screenshots + listing text 준비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8229600" cy="12801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3A5F"/>
                </a:solidFill>
                <a:latin typeface="Malgun Gothic"/>
              </a:defRPr>
            </a:pPr>
            <a:r>
              <a:t>로드맵 문서: docs/Project_Status_and_Updated_Roadmap_2026-06-19.md (~92% 완료)</a:t>
            </a:r>
            <a:br/>
            <a:r>
              <a:t>백로그: Phase 4 85% (35 hymns + Branding + Responsive) | Gantt: 별도 슬라이드</a:t>
            </a:r>
            <a:br/>
            <a:br/>
            <a:r>
              <a:t>현재: Phase 0-4 대부분 ✅ | 다음: Phase 5 (빌드/Store) | Updated 2026-08-10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