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1005840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한국어 성경 · Google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515600" cy="10972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 출시 전체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10058400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Phase 0–8 · 오늘까지 완료 내역 · 다음 할 일 · 11월 1.0 공개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46320"/>
            <a:ext cx="10058400" cy="10972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2026-09-29  ·  com.lsh.koreanbible  ·  v1.0.0+1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원본 문서: docs/project-management/ANDROID_RELEASE_PROCESS.md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현재 상태 대시보드 (2026-09-29)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제품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~92%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다역본·찬송·교독·검증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3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스토어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~40%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ID · 키스토어 · 서명 AAB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체크리스트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R5·R7·R8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오늘 3건 완료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071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11월 공개까지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071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~5주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071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비공개 테스트 14일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66160"/>
            <a:ext cx="11091672" cy="4206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566160"/>
            <a:ext cx="277977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3566160"/>
            <a:ext cx="634593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3566160"/>
            <a:ext cx="1527048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86784"/>
            <a:ext cx="11091672" cy="42062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86784"/>
            <a:ext cx="277977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ID · 서명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986784"/>
            <a:ext cx="634593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com.lsh.koreanbible · 업로드 키(alias upload) · release 서명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40112" y="403250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403250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07408"/>
            <a:ext cx="110916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407408"/>
            <a:ext cx="277977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407408"/>
            <a:ext cx="634593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 AAB 56.9MB · targetSdk 36 (Play 요구 충족)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40112" y="445312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445312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28032"/>
            <a:ext cx="11091672" cy="42062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828032"/>
            <a:ext cx="277977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개인정보처리방침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4828032"/>
            <a:ext cx="634593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한/영 초안 + index.html 작성 · 게시(GitHub Pages) 필요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40112" y="4873752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4873752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48656"/>
            <a:ext cx="110916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248656"/>
            <a:ext cx="277977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Console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7872" y="5248656"/>
            <a:ext cx="634593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 계정 미생성 · 본인 인증 필요 ($25)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0112" y="529437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529437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669280"/>
            <a:ext cx="11091672" cy="42062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669280"/>
            <a:ext cx="277977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리스팅 자산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47872" y="5669280"/>
            <a:ext cx="634593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아이콘만 있음 · 피처 그래픽/스크린샷 필요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40112" y="571500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0112" y="571500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11월 1.0 공개까지 로드맵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926080" y="1417320"/>
            <a:ext cx="2869082" cy="411480"/>
          </a:xfrm>
          <a:prstGeom prst="rect">
            <a:avLst/>
          </a:prstGeom>
          <a:solidFill>
            <a:srgbClr val="E8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417320"/>
            <a:ext cx="2905658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5831738" y="1417320"/>
            <a:ext cx="2869082" cy="411480"/>
          </a:xfrm>
          <a:prstGeom prst="rect">
            <a:avLst/>
          </a:prstGeom>
          <a:solidFill>
            <a:srgbClr val="E8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1738" y="1417320"/>
            <a:ext cx="2905658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7396" y="1417320"/>
            <a:ext cx="2869082" cy="411480"/>
          </a:xfrm>
          <a:prstGeom prst="rect">
            <a:avLst/>
          </a:prstGeom>
          <a:solidFill>
            <a:srgbClr val="E8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7396" y="1417320"/>
            <a:ext cx="2905658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11월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Sprint A 기술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212848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7777" y="2039112"/>
            <a:ext cx="2033960" cy="402336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7777" y="2039112"/>
            <a:ext cx="2033960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ID·키·AAB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33472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Console·인증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834640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41172" y="2660904"/>
            <a:ext cx="1598112" cy="402336"/>
          </a:xfrm>
          <a:prstGeom prst="roundRect">
            <a:avLst>
              <a:gd name="adj" fmla="val 3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172" y="2660904"/>
            <a:ext cx="1598112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계정·본인인증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55264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Privacy·정책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456432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41172" y="3282696"/>
            <a:ext cx="1888677" cy="402336"/>
          </a:xfrm>
          <a:prstGeom prst="roundRect">
            <a:avLst>
              <a:gd name="adj" fmla="val 3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1172" y="3282696"/>
            <a:ext cx="1888677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방침 URL·양식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77056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Sprint B 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078224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31738" y="3904488"/>
            <a:ext cx="2469809" cy="402336"/>
          </a:xfrm>
          <a:prstGeom prst="roundRect">
            <a:avLst>
              <a:gd name="adj" fmla="val 30000"/>
            </a:avLst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1738" y="3904488"/>
            <a:ext cx="2469809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온보딩·역본저장·복사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98848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비공개 테스트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700016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9284" y="4526280"/>
            <a:ext cx="1598112" cy="402336"/>
          </a:xfrm>
          <a:prstGeom prst="roundRect">
            <a:avLst>
              <a:gd name="adj" fmla="val 3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9284" y="4526280"/>
            <a:ext cx="1598112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12명 × 14일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자산·리스팅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321808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7587" y="5148072"/>
            <a:ext cx="2324526" cy="402336"/>
          </a:xfrm>
          <a:prstGeom prst="roundRect">
            <a:avLst>
              <a:gd name="adj" fmla="val 3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7587" y="5148072"/>
            <a:ext cx="2324526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아이콘·그래픽·스샷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42432"/>
            <a:ext cx="2286000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액세스·심사·공개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943600"/>
            <a:ext cx="8716975" cy="3657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92113" y="5769864"/>
            <a:ext cx="2179243" cy="402336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2113" y="5769864"/>
            <a:ext cx="2179243" cy="402336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프로덕션 1.0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4883" y="1874520"/>
            <a:ext cx="27432" cy="45262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6243" y="6400800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오늘 9/29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Phase 0–8 한눈에 보기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41732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1848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0020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사전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3911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ID ✅ · 이메일·계정·URL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4178" y="24231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178" y="242316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2978" y="141732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05858" y="161848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5858" y="161848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1658" y="160020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Console 계정·앱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1658" y="203911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$25 · 신분증 · 기기 인증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8516" y="24231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8516" y="242316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41732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0196" y="161848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61848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5996" y="160020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ID · 서명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996" y="203911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R5 · R7 완료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2855" y="24231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2855" y="242316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6324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326440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6440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24612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품질 게이트 · 빌드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68503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AAB ✅ · 실기기 R11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94178" y="4069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4178" y="406908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2978" y="306324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05858" y="326440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5858" y="326440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1658" y="324612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리스팅 자산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1658" y="368503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512 아이콘 · 1024×500 · 스샷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8516" y="4069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8516" y="406908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7316" y="306324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80196" y="326440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0196" y="326440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5996" y="324612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정책 · 개인정보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5996" y="368503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초안 ✅ · 게시 필요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42855" y="4069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42855" y="406908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70916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1520" y="491032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491032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89204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테스트 트랙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33095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비공개 12명 × 14일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94178" y="571500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94178" y="571500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22978" y="470916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05858" y="491032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5858" y="491032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91658" y="489204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액세스 · 심사 · 공개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91658" y="533095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프로덕션 액세스 신청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8516" y="571500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8516" y="571500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97316" y="4709160"/>
            <a:ext cx="3545738" cy="148132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80196" y="491032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0196" y="491032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5996" y="4892040"/>
            <a:ext cx="25398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5996" y="5330952"/>
            <a:ext cx="253989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업데이트 · Vitals · 키 백업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42855" y="571500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42855" y="5715000"/>
            <a:ext cx="14173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TODAY · 2026-09-28~29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오늘 완료: R5 · R7 · R8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3566160" cy="30175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45336"/>
            <a:ext cx="324612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R5 · applicationId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3246120" cy="23317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com.example.korean_bible_app → com.lsh.koreanbible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namespace 동일 변경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MainActivity 패키지 이동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커밋 b091778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417320"/>
            <a:ext cx="3566160" cy="30175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581912"/>
            <a:ext cx="64008" cy="3840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1545336"/>
            <a:ext cx="324612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R7 · 업로드 키 +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020824"/>
            <a:ext cx="3246120" cy="23317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PKCS12 · RSA 2048 · alias upload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유효기간 ~2054-02-14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key.properties (gitignore)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release signingConfig · fcdf025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417320"/>
            <a:ext cx="3593592" cy="30175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581912"/>
            <a:ext cx="64008" cy="3840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7" y="1545336"/>
            <a:ext cx="3273552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R8 · 서명 AAB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020824"/>
            <a:ext cx="3273552" cy="23317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app-release.aab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59,709,077 bytes (~56.9MB)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UPLOAD.RSA 지문 = 업로드 키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targetSdk 36 · minSdk 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1094415" cy="12801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GitHub push 완료: ae7b2b1..fae983b  (c89d4e8 · b091778 · 6e10341 · fcdf025 · fae983b)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비밀정보 점검: key.properties·.jks 미추적, 전체 git 이력에 비밀번호 문자열 없음 확인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빌드 이슈 해결: PowerShell BOM이 build.gradle.kts 컴파일을 깨뜨림 → BOM 없는 UTF-8로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사전 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51206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417320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 / 메모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0112" y="1417320"/>
            <a:ext cx="152704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29384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29384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Application ID (평생 고정)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929384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com.lsh.koreanbible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0112" y="202082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0112" y="202082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41448"/>
            <a:ext cx="110916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441448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표시명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441448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한국어 성경 (스토어 앱 이름 ≤ 30자)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0112" y="253288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253288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53512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953512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계정 유형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2953512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개인(Personal) 권장 · 조직은 D-U-N-S 필요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3044952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3044952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65576"/>
            <a:ext cx="110916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465576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지원 이메일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3465576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[지원 이메일] — 스토어·방침에 공개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0112" y="355701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355701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977640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977640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개인정보처리방침 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0752" y="3977640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bcspl.github.io/korean-bible-app/privacy/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40112" y="406908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406908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89704"/>
            <a:ext cx="110916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489704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가격 · 광고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4489704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무료 (유료 전환 불가) · 광고 없음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0112" y="458114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112" y="458114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001768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001768"/>
            <a:ext cx="29626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출시 경로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0752" y="5001768"/>
            <a:ext cx="616305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내부 → 비공개(필수) → 프로덕션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40112" y="509320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2" y="509320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Console 계정 · 본인 인증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399032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99032"/>
            <a:ext cx="8412480" cy="6400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play.google.com/console 접속 → 장기 사용할 Google 계정으로 로그인 → 계정 유형 '개인'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258568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58568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240280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등록비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40280"/>
            <a:ext cx="8412480" cy="6400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US$25 1회 결제 (신용/체크카드) · 개발자 이름은 스토어에 공개됨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099816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6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1528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본인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081528"/>
            <a:ext cx="8412480" cy="6400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정부 발급 신분증 제출 · 결제 프로필의 법적 이름·주소가 신분증과 정확히 일치해야 함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41064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22776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기기 인증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922776"/>
            <a:ext cx="8412480" cy="6400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Console 모바일 앱으로 실제 Android 기기(비루팅) 보유 인증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782312"/>
            <a:ext cx="566928" cy="5669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82312"/>
            <a:ext cx="566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764024"/>
            <a:ext cx="1828800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연락처 인증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764024"/>
            <a:ext cx="8412480" cy="6400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이메일·전화번호 인증 → 완료 후 앱 생성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인증 기간은 고정되어 있지 않음 → 11월 공개의 critical path. 이번 주 안에 시작 권장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만들기 (계정 승인 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1" cy="51206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1417320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9384"/>
            <a:ext cx="11091671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29384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이름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1929384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한국어 성경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41448"/>
            <a:ext cx="110916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41448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기본 언어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441448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한국어 – ko-KR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53512"/>
            <a:ext cx="11091671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953512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또는 게임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2" y="2953512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65576"/>
            <a:ext cx="110916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465576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무료 또는 유료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3465576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무료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40"/>
            <a:ext cx="11091671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977640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선언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3977640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 프로그램 정책 · 미국 수출법 동의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89704"/>
            <a:ext cx="11091671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489704"/>
            <a:ext cx="31455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서명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632" y="4489704"/>
            <a:ext cx="7653527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App Signing (Google 생성 앱 서명 키) 유지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80"/>
            <a:ext cx="11094415" cy="10972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앱 생성 직후 대시보드의 '앱 설정' 작업 목록(정책·리스팅)을 순서대로 채움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첫 업로드는 내부 테스트 트랙 → 설치 확인 후 비공개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6 · 핵심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신규 개인 계정: 비공개 테스트 12명 × 14일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4754880" cy="3566160"/>
          </a:xfrm>
          <a:prstGeom prst="roundRect">
            <a:avLst>
              <a:gd name="adj" fmla="val 5000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4754880" cy="12801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12명+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754880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14일 연속 opt-in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4206240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2023-11-13 이후 생성된 개인 계정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17320"/>
            <a:ext cx="5943600" cy="3840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비공개(Closed) 테스트만 인정 — 내부 테스트는 카운트 안 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중간 opt-out 시 연속 14일이 끊김 → 15명 이상 모집 권장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요건 충족 후 대시보드에서 '프로덕션 액세스 신청' (질문 답변)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액세스 심사 보통 7일 이내 → 그 후 프로덕션 출시 제출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테스터: 가족·교회·지인의 Gmail 주소 목록 준비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11월 공개 목표 → 늦어도 10월 중순 비공개 테스트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support.google.com/googleplay/android-developer/answer/14151465 (2026-09-29 확인)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2 · R5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applicationId 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6035040" cy="237744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760720" cy="21945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// android/app/build.gradle.kts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android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namespace = "com.lsh.koreanbible"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defaultConfig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applicationId = "com.lsh.koreanbible"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20"/>
            <a:ext cx="4754880" cy="40233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이전: com.example.korean_bible_app (Play 거부)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MainActivity.kt → kotlin/com/lsh/koreanbible/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표시명 '한국어 성경' 유지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aapt 확인: package com.lsh.koreanbible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iOS·macOS·Linux·Windows ID는 아직 com.example.* (Android 무관)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커밋 b091778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5669280" cy="12344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주의: PowerShell 5 BOM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Set-Content -Encoding UTF8 은 BOM을 붙여 Gradle 스크립트 컴파일 실패 → [IO.File]::WriteAllText + UTF8Encoding($false)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2 · R7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업로드 키스토어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11094415" cy="160020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10820095" cy="14173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$kt = "C:\Program Files\Android\Android Studio\jbr\bin\keytool.exe"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&amp; $kt -genkeypair -v -keystore C:\Users\LSH\secure\korean-bible-upload.jks 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-storetype PKCS12 -keyalg RSA -keysize 2048 -validity 10000 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-alias upload -dname "CN=LSH, O=personal, C=KR" -storepass &lt;PW&gt; -keypass &lt;PW&gt;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1091672" cy="4572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20040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3200400"/>
            <a:ext cx="875080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키스토어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657600"/>
            <a:ext cx="875080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C:\Users\LSH\secure\korean-bible-upload.jks (PKCS12 · RSA 2048)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11480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alias / 소유자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4114800"/>
            <a:ext cx="875080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upload  ·  CN=LSH, O=personal, C=KR  ·  ~2054-02-14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57200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SHA-1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4572000"/>
            <a:ext cx="875080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AA:71:3A:D2:54:66:1C:37:1C:3B:18:D6:60:57:65:F6:54:39:9F:A7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02920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SHA-256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5029200"/>
            <a:ext cx="875080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41:9D:AA:1C:6E:72:33:EB:FC:32:9B:7B:C4:B5:FD:FE: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2E:74:94:C2:69:B8:7D:42:19:57:AC:AE:94:6E:33:87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48640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비밀번호 위치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5486400"/>
            <a:ext cx="875080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android\key.properties (gitignore) · secure\korean-bible-key.properties.backup.txt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Gradle release 서명 · Play App Signing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6309360" cy="420624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6035040" cy="40233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// 요약 (전체: android/app/build.gradle.kts)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val keystorePropertiesFile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rootProject.file("key.properties")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val hasReleaseKeystore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keystorePropertiesFile.exists()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signingConfigs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if (hasReleaseKeystore) create("release")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keyAlias = props["keyAlias"]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storeFile = file(props["storeFile"])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release { signingConfig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if (hasReleaseKeystore) release else debug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17320"/>
            <a:ext cx="4480560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App Signing (앱 생성 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20240"/>
            <a:ext cx="4480560" cy="3840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우리 키 = 업로드 키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사용자 기기용 앱 서명 키는 Google이 보관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AAB 업로드 필수 · 신규 앱 기본값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앱 무결성 화면에서 업로드 키 SHA-1/256 대조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업로드 키 분실 시 재설정 요청 가능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key.properties 없으면 debug 서명 (CI 빌드 유지)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8 · 즉시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키스토어 백업 경고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11094415" cy="12344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10545775" cy="10515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키스토어와 비밀번호가 지금 이 PC 한 곳에만 있습니다.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PC 고장·분실 시 업데이트 업로드 불가 → Google 지원으로 업로드 키 재설정 필요 (대기 발생)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11091672" cy="4572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8036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백업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8036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33756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키스토어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33756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C:\Users\LSH\secure\korean-bible-upload.jks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79476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79476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C:\Users\LSH\secure\korean-bible-key.properties.backup.txt  ·  android\key.properties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1094415" cy="14630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권장: 암호화 USB 1개 + 암호관리자(비밀번호) — 서로 다른 장소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클라우드 보관 시 반드시 암호화(zip 암호/VeraCrypt 등)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금지: git 커밋 · 공개 Drive 폴더 · 메일/메신저에 평문 전송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버전 올리기 · 품질 게이트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5120640" cy="100584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4846320" cy="8229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pubspec.yaml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version: 1.0.0+1   # versionName+versionCode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120640" cy="31089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업로드할 때마다 +N(versionCode) 증가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예: 1.0.0+1 → +2 → 프로덕션 +3 → 1.0.1+4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about/settings 화면의 하드코딩 버전 문자열도 함께 수정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현재 analyze: info 19건 (오류·경고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17320"/>
            <a:ext cx="5696712" cy="301752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508760"/>
            <a:ext cx="5422392" cy="2834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cd "C:\Users\LSH\Bible App\korean-bible-app"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pub get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test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 scripts\verify_bible_texts.py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3 · R8 / R11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빌드 · 서명 확인 · 실기기 설치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11094415" cy="228600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10820095" cy="21031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build appbundle --release   # → build\app\outputs\bundle\release\app-release.aab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build apk --release         # → build\app\outputs\flutter-apk\app-release.apk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&amp; "$jbr\jarsigner.exe" -verify -verbose -certs build\app\outputs\bundle\release\app-release.aab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$adb = "$env:LOCALAPPDATA\Android\sdk\platform-tools\adb.exe"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&amp; $adb install -r build\app\outputs\flutter-apk\app-release.apk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325880" cy="34747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904488"/>
            <a:ext cx="9601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R8 서명 AAB 56.9MB · 지문 일치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325880" cy="34747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407408"/>
            <a:ext cx="9601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R11 실기기: 비행기모드 · 다크 · 큰 글씨 · 고대비 · 성경/찬송/교독/북마크 · 재시작 후 설정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참고: 기존 com.example 설치본은 다른 앱으로 인식 → 나란히 설치됨, 수동 삭제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스토어 리스팅 자산 규격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47548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417320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0112" y="1417320"/>
            <a:ext cx="152704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92808"/>
            <a:ext cx="11091672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92808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아이콘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892808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512×512 · 32-bit PNG(알파) · ≤ 1MB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0112" y="196596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0112" y="196596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68296"/>
            <a:ext cx="110916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368296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피처 그래픽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2368296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1024×500 · JPEG 또는 24-bit PNG(알파 없음) · 필수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0112" y="244144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244144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43784"/>
            <a:ext cx="11091672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843784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휴대전화 스샷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2843784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2–8장 · 변 320–3840px · 긴 변 ≤ 짧은 변×2 · 권장 1080×1920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291693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291693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19272"/>
            <a:ext cx="110916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319272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태블릿 스샷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6352" y="3319272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선택 (태블릿 지원 시 권장)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0112" y="339242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339242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94760"/>
            <a:ext cx="11091672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794760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6352" y="3794760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≤ 30자 · 한국어 성경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40112" y="3867912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3867912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70248"/>
            <a:ext cx="110916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270248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설명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6352" y="4270248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간단 ≤ 80자 · 자세히 ≤ 4000자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0112" y="434340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112" y="434340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745736"/>
            <a:ext cx="11091672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745736"/>
            <a:ext cx="20482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카테고리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6352" y="4745736"/>
            <a:ext cx="7077456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도서/참고자료 · 연락처 이메일 필수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40112" y="481888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2" y="481888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support.google.com/googleplay/android-developer/answer/9866151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리스팅 카피 · 스크린샷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45336"/>
            <a:ext cx="516636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카피 초안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5166360" cy="34290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간단: 완전 오프라인 한국어 성경 · 찬송 · 예배자료 (광고·계정 없음)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자세히: KRV·KJV·ASV 병렬 (최대 3역본)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공개 도메인 찬송 102곡 · 교독문 51편 · 사도신경/주기도문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개역개정 미수록 명시 · 한국찬송가 공식 아님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376672" cy="4114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81912"/>
            <a:ext cx="64008" cy="3840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45336"/>
            <a:ext cx="5056632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스크린샷 (4–8장)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020824"/>
            <a:ext cx="5056632" cy="34290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① 성경 본문 (라이트)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② 3역본 병렬 보기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③ 찬송 목록/가사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④ 교독문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⑤ 다크 모드 · 큰 글씨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adb shell screencap -p /sdcard/s1.png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5 ·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개인정보처리방침 — 코드 조사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41732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(2026-09-29)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2024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네트워크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92024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release 매니페스트에 INTERNET 권한 없음 (debug/profile만)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2316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제3자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42316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광고·분석·크래시 SDK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92608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92608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위험 권한 없음 · 계정/로그인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2900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42900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SharedPreferences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42900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다크모드 · 글꼴 배율 · 고대비 (기기 내)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93192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Hive (기기 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393192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북마크(책/장/절·미리보기·시각) · 찬송 즐겨찾기 · 본문 캐시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434840"/>
            <a:ext cx="287121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자동 백업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4434840"/>
            <a:ext cx="792784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allowBackup 미설정 → 사용자 Google 백업 포함 가능 (방침에 명시)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파일: docs/privacy/privacy-policy.md (한/영) · docs/privacy/index.html · 호스팅 안내 docs/privacy/README.md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게시 예정 URL: https://bcspl.github.io/korean-bible-app/privacy/  (Settings → Pages → main /docs)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Data safety 양식 · 앱 내 방침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497433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1417320"/>
            <a:ext cx="582472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예상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20240"/>
            <a:ext cx="497433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 데이터 수집 또는 공유?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1920240"/>
            <a:ext cx="582472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아니요 (기기 밖 전송 없음)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23160"/>
            <a:ext cx="497433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전송 중 암호화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423160"/>
            <a:ext cx="582472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해당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926080"/>
            <a:ext cx="497433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계정 생성 / 삭제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926080"/>
            <a:ext cx="582472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계정 없음 → 불필요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2900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429000"/>
            <a:ext cx="497433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데이터 삭제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429000"/>
            <a:ext cx="582472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삭제 또는 앱 데이터 삭제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931920"/>
            <a:ext cx="497433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개인정보처리방침 링크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3931920"/>
            <a:ext cx="582472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필수 (미수집 앱도)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63440"/>
            <a:ext cx="11094415" cy="109728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27448"/>
            <a:ext cx="10637215" cy="10058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Play 사용자 데이터 정책: Console 링크 + 앱 내부에도 방침 링크 또는 텍스트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→ 설정/정보 화면에 '개인정보처리방침' 텍스트 항목 추가 (B4 라이선스 화면과 함께)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콘텐츠 선언 · 타겟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6858000" cy="53035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87121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417320"/>
            <a:ext cx="369417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47672"/>
            <a:ext cx="6858000" cy="53035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47672"/>
            <a:ext cx="287121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광고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947672"/>
            <a:ext cx="369417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78024"/>
            <a:ext cx="6858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78024"/>
            <a:ext cx="287121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액세스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478024"/>
            <a:ext cx="369417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로그인 없이 전체 이용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08376"/>
            <a:ext cx="6858000" cy="53035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008376"/>
            <a:ext cx="287121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콘텐츠 등급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008376"/>
            <a:ext cx="369417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IARC 설문 → 전체이용가 예상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38728"/>
            <a:ext cx="6858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538728"/>
            <a:ext cx="287121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타겟 연령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538728"/>
            <a:ext cx="369417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13세 이상 권장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6858000" cy="53035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69080"/>
            <a:ext cx="287121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뉴스·정부·금융·건강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4069080"/>
            <a:ext cx="3694176" cy="53035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해당 없음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1417320"/>
            <a:ext cx="3959352" cy="320040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554480"/>
            <a:ext cx="3611880" cy="3017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타겟 API 요구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2026-08-31부터 신규 앱·업데이트는 API 36 (Android 16) 이상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연장 요청 시 2026-11-01까지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현재 targetSdk 36 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13세 미만 포함 시 가족(Families) 정책 추가 요건 적용 — 전 연령 이용 자체는 가능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출처: support.google.com/googleplay/android-developer/answer/11926878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테스트 트랙 운영 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417320"/>
            <a:ext cx="29626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14173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1417320"/>
            <a:ext cx="344728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8745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내부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1874520"/>
            <a:ext cx="29626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업로드·설치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18745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≤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1874520"/>
            <a:ext cx="344728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요건에 미포함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317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3317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비공개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331720"/>
            <a:ext cx="29626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신규 개인 계정 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23317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≥ 12 · 14일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331720"/>
            <a:ext cx="344728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15명+ 권장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27889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2788920"/>
            <a:ext cx="29626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27889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제한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788920"/>
            <a:ext cx="344728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2461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프로덕션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6352" y="3246120"/>
            <a:ext cx="29626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일반 공개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5312" y="3246120"/>
            <a:ext cx="204825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246120"/>
            <a:ext cx="344728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액세스 승인 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31920"/>
            <a:ext cx="11094415" cy="21031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① 내부 테스트 → 새 버전 → app-release.aab 업로드 → 출시 노트(ko-KR) → 출시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② 비공개 테스트 트랙 생성 → 국가: 대한민국 → 테스터 이메일 목록 → 출시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③ 테스터에게 참여 링크 → '테스터 되기' → 14일 유지 + 실제 사용·피드백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④ 수정본은 versionCode 올려 재업로드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프로덕션 액세스 · 심사 · 공개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691640"/>
            <a:ext cx="1658569" cy="1828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475689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요건 충족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475689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12명 × 14일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5809" y="1691640"/>
            <a:ext cx="1658569" cy="1828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7249" y="1828800"/>
            <a:ext cx="1475689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액세스 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7249" y="2514600"/>
            <a:ext cx="1475689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테스트·피드백·준비 답변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978" y="1691640"/>
            <a:ext cx="1658569" cy="1828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4418" y="1828800"/>
            <a:ext cx="1475689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액세스 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4418" y="2514600"/>
            <a:ext cx="1475689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보통 ≤ 7일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1691640"/>
            <a:ext cx="1658569" cy="1828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1587" y="1828800"/>
            <a:ext cx="1475689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프로덕션 제출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2514600"/>
            <a:ext cx="1475689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AAB · 국가 · 노트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691640"/>
            <a:ext cx="1658569" cy="1828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8756" y="1828800"/>
            <a:ext cx="1475689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심사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2514600"/>
            <a:ext cx="1475689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수일 (신규는 더 길 수 있음)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84485" y="1691640"/>
            <a:ext cx="1658569" cy="1828800"/>
          </a:xfrm>
          <a:prstGeom prst="roundRect">
            <a:avLst>
              <a:gd name="adj" fmla="val 8000"/>
            </a:avLst>
          </a:prstGeom>
          <a:solidFill>
            <a:srgbClr val="3F51B5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5925" y="1828800"/>
            <a:ext cx="1475689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1.0 공개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5925" y="2514600"/>
            <a:ext cx="1475689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11월 목표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11094415" cy="1828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액세스 신청 답변은 구체적으로: 테스터 모집 방법, 받은 피드백, 반영한 개선, 출시 준비 상태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반려 시: 사유(정책/메타데이터/권한) 확인 → 수정 → versionCode 올려 재제출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게시 전 대시보드의 '앱 설정' 필수 항목이 모두 완료 표시인지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PHASE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운영 · 업데이트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5852160" cy="237744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577840" cy="21945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1) pubspec.yaml: version 1.0.1+5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2) 품질 게이트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test; flutter analyze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 scripts\verify_bible_texts.py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3) 빌드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build appbundle --release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4937760" cy="4114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Console → 새 버전 → AAB → 출시 노트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단계적 출시 (예: 20% → 100%)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Android Vitals: 비정상 종료 · ANR · 시작 시간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리뷰 응답 · 평점 모니터링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매년 8월 말 타겟 API 상향 확인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키스토어 백업 상태 분기별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11월 공개를 위한 역산 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48463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417320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할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0112" y="1417320"/>
            <a:ext cx="1527048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01952"/>
            <a:ext cx="11091672" cy="48463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01952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~10/05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901952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Console 가입 · 본인 인증 시작 · 이메일 확정 · Privacy URL 게시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0112" y="197967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0112" y="197967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86584"/>
            <a:ext cx="1109167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386584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~10/10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386584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생성 · 앱 콘텐츠 작성 · 내부 테스트 AAB 업로드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0112" y="246430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246430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71216"/>
            <a:ext cx="11091672" cy="48463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871216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~10/14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2871216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비공개 테스트 시작 (12명+ opt-in) ← 가장 중요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294894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294894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55848"/>
            <a:ext cx="1109167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355848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3472" y="3355848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Sprint B UX (온보딩·역본저장·복사·라이선스/방침 화면) · 스샷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0112" y="3433572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3433572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40480"/>
            <a:ext cx="11091672" cy="48463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840480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~10/28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3472" y="3840480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14일 충족 → 프로덕션 액세스 신청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40112" y="391820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391820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25112"/>
            <a:ext cx="1109167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325112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~11/04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33472" y="4325112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승인 → 프로덕션 제출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0112" y="440283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112" y="440283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09744"/>
            <a:ext cx="11091672" cy="48463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809744"/>
            <a:ext cx="186537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11월 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3472" y="4809744"/>
            <a:ext cx="7260336" cy="48463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심사 통과 · 1.0 공개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40112" y="488746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2" y="488746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R1–R25 요약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354573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정책·고지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 스토어 설명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4218" y="2039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4218" y="2039112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51176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51176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R2 개인정보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4218" y="26243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4218" y="2624328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36392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36392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R3 콘텐츠 등급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4218" y="320954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4218" y="3209544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21608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721608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R4 찬송 고지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4218" y="37947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14218" y="3794760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978" y="1417320"/>
            <a:ext cx="354573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Android 기술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1965960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2706" y="1965960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R5 applicationId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8556" y="2039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8556" y="2039112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978" y="2551176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2706" y="2551176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R6 표시명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8556" y="26243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8556" y="2624328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2978" y="3136392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2706" y="3136392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R7 키스토어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8556" y="320954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8556" y="3209544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2978" y="3721608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2706" y="3721608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R8 AAB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8556" y="37947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8556" y="3794760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22978" y="4306824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2706" y="4306824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R9 targetSdk 36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8556" y="437997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8556" y="4379976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2978" y="4892040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2706" y="4892040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R10 64-bit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8556" y="49651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8556" y="4965192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22978" y="5477256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2706" y="5477256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R11 실기기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8556" y="555040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8556" y="5550408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7316" y="1417320"/>
            <a:ext cx="354573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품질·자산·UX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7316" y="1965960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7044" y="1965960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R12 test · R13 검증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62895" y="2039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62895" y="2039112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97316" y="2551176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7044" y="2551176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R14–17 스모크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62895" y="26243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62895" y="2624328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97316" y="3136392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07044" y="3136392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R18–20 자산·카피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62895" y="320954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62895" y="3209544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7316" y="3721608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07044" y="3721608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R21 이메일·계정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62895" y="37947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62895" y="3794760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97316" y="4306824"/>
            <a:ext cx="3545738" cy="47548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07044" y="4306824"/>
            <a:ext cx="2128418" cy="47548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R22–25 사전 UX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362895" y="437997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62895" y="4379976"/>
            <a:ext cx="118872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41732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 (차단 해제)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20824"/>
            <a:ext cx="5120640" cy="36118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Play Console 가입 · $25 · 신분증 · 기기 인증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지원 이메일 확정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GitHub Pages 켜기 (main /docs) → 방침 URL 확인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키스토어 + 비밀번호 PC 밖 백업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비공개 테스터 15명 Gmail 모집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81912"/>
            <a:ext cx="64008" cy="38404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4533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에이전트 (바로 가능)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120640" cy="36118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R11 실기기 설치 스모크 (adb 연결 시)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앱 내 개인정보처리방침·라이선스 화면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Sprint B: 온보딩 · 역본 저장 · 절 복사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512 아이콘 · 1024×500 피처 그래픽 · 스샷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스토어 설명 최종 카피 초안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확인한 정책 출처 (2026-09-29)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41732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URL (support.google.com/googleplay/android-developer/…)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2024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비공개 테스트 12명 × 14일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2024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answer/14151465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2316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등록비 $25 · 본인/기기 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42316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answer/6112435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2608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타겟 API 36 (8/31~, 연장 11/1)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2608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answer/11926878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42900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Data safety (미수집 앱도 작성)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42900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answer/10787469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11091672" cy="50292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93192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방침: Console + 앱 내 링크/텍스트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93192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answer/10144311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434840"/>
            <a:ext cx="3877056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그래픽 자산 규격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434840"/>
            <a:ext cx="6922008" cy="5029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answer/9866151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59"/>
            <a:ext cx="11094415" cy="7315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정책은 수시로 변경 — 각 Phase 착수 시 재확인. 상세: docs/project-management/ANDROID_RELEASE_PROCESS.md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Android 출시 프로세스 · 2026-09-29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