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2026-06-27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북마크, 메모 지원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 (2026-06-27)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3A5F"/>
                </a:solidFill>
                <a:latin typeface="Malgun Gothic"/>
              </a:defRPr>
            </a:pPr>
            <a:r>
              <a:t>전체 로드맵 진행률: ~40% 완료 (Phase 0-2 ✅ | Phase 3+ ⏳)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291840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Phase별: 0-2 ████ 100% | 3 ░░░░ 0% | 4-5 ░░░░ 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완료된 주요 작업</a:t>
            </a:r>
            <a:br/>
            <a:r>
              <a:t>• Phase 0: 기반 구조, 의존성, 데이터 배치, 기본 스켈레톤, 빌드 성공</a:t>
            </a:r>
            <a:br/>
            <a:r>
              <a:t>• Phase 1: 데이터 모델 (3개) + Hive 어댑터 + JSON 로더 (service) + 시드/초기화 완료</a:t>
            </a:r>
            <a:br/>
            <a:r>
              <a:t>• Phase 2: 책 목록 (bilingual full title + 검색 + 필터 + 본문 검색), 장 그리드, 본문 뷰어 (RichText + prev/next + 홈), Provider, 디자인 개선</a:t>
            </a:r>
            <a:br/>
            <a:br/>
            <a:r>
              <a:t>당장 다음 할 일 (상세, &lt;1주 단위)</a:t>
            </a:r>
            <a:br/>
            <a:r>
              <a:t>1. Phase 3 Day1~2: Bookmark model + Hive box + viewer 버튼 + 목록 화면</a:t>
            </a:r>
            <a:br/>
            <a:r>
              <a:t>2. Phase 3 Day2~3: Highlight + note per verse (selection + save)</a:t>
            </a:r>
            <a:br/>
            <a:r>
              <a:t>3. Phase 3 Day3~5: 본문 검색 결과 polish + 하이라이트 + 설정 화면 (글꼴/다크모드)</a:t>
            </a:r>
            <a:br/>
            <a:br/>
            <a:r>
              <a:t>로드맵 대비 남은 것: Phase 3 사용자 기능 전체, Phase 4 고도화, Phase 5 배포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64792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64792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데이터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63824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3824" y="1005840"/>
            <a:ext cx="13258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544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기본 읽기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2856" y="1005840"/>
            <a:ext cx="13258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사용자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다음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1888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7608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7608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UI/UX 고도화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미완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1005840"/>
            <a:ext cx="13258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1005840"/>
            <a:ext cx="13258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1078992"/>
            <a:ext cx="1234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554480"/>
            <a:ext cx="1234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 &amp; 플랫폼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286000"/>
            <a:ext cx="1234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미완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및 고도화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북마크, 하이라이트, 메모 (Hive 저장)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기능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버전)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다크모드 완성 + 접근성 강화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Android / iOS / Web 빌드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아이콘, 릴리스 준비 및 스토어 제출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3 Day1~2: Bookmark model + Hive box + viewer 버튼 + 목록 (북마크)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Phase 3 Day2~3: Highlight + note per verse (selection + save)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Phase 3 Day3~5: 본문 검색 결과 polish + 하이라이트 + 설정 (글꼴/다크)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4 Day1: Theme provider + 다크모드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Phase 4 Day3~5: 반응형 LayoutBuilder + 접근성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Phase 5 Day1~2: Android build + 테스트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Phase 5 Day2~4: iOS build + Xcode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Phase 5 Day4~7: Web PWA + 릴리스 + 스토어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 (40% 완료, 다음 Phase 3)</a:t>
            </a:r>
            <a:br/>
            <a:r>
              <a:t>백로그: 상세 일/주 단위 + 시각적 트래킹 (Phase 3 북마크부터)</a:t>
            </a:r>
            <a:br/>
            <a:br/>
            <a:r>
              <a:t>현재: Phase 0-2 ✅ | 다음: Phase 3 ⏳ | 전체: 10슬라이드 PPTX 자동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