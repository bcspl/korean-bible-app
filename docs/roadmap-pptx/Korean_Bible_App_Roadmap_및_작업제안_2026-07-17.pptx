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2026-07-17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</a:t>
            </a:r>
            <a:br/>
            <a:r>
              <a:t>• 찬송가 가사/악보, 사도신경, 주기도문, 교독문 제공</a:t>
            </a:r>
            <a:br/>
            <a:r>
              <a:t>• "이 성경앱에 대해서" 페이지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 + 찬송가/기도문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(2026-07-17)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전체 로드맵 진행률: ~88% 완료 (hymns 104곡 | responsive 12 screens)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242048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Phase별: 0-3 100% ✅ | 4 ~80% ⏳ | 5 ~10% ⏳ | branding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✅ 완료된 상태 (~88% , hymns 104곡)</a:t>
            </a:r>
            <a:br/>
            <a:r>
              <a:t>Phase 0-3 완료, Phase 4 대부분 (branding, responsive, hymns 35곡, scroll fix)</a:t>
            </a:r>
            <a:br/>
            <a:br/>
            <a:r>
              <a:t>⏳ 당장 다음 할 일 (Top, &lt;1-2주)</a:t>
            </a:r>
            <a:br/>
            <a:r>
              <a:t>Status:** 오늘 작업 종료. 다음 세션 = Phase 5 잔여 + 스토어 결정 대기.</a:t>
            </a:r>
            <a:br/>
            <a:br/>
            <a:r>
              <a:t>남은 것: Phase 5 (크로스 플랫폼 빌드/스토어) - 상세 Gantt 별도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MVP 읽기 UI</a:t>
            </a:r>
            <a:br/>
            <a:r>
              <a:t>(완료)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914400"/>
            <a:ext cx="20116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북마크 + 35 hymns</a:t>
            </a:r>
            <a:br/>
            <a:r>
              <a:t>(완료)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Branding + Resp + Access</a:t>
            </a:r>
            <a:br/>
            <a:r>
              <a:t>+ Scroll fix (85%)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Android/iOS/Web</a:t>
            </a:r>
            <a:br/>
            <a:r>
              <a:t>+ Store (준비)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마일스톤 &amp; 간트 차트 (일정)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Malgun Gothic"/>
              </a:defRPr>
            </a:pPr>
            <a:r>
              <a:t>주요 마일스톤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M1: Phase 0-2 완료 (MVP) - 2026-06-27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M2: Phase 3 완료 (북마크 + hymns 35곡) - 2026-07-04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M3: Phase 4 완료 (Branding + Resp + Access + Scroll) - 2026-07-11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M4: Phase 5 완료 (Android/iOS/Web + Store) - 2026-07-25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M5: 스토어 릴리스 - 2026-08-05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간트 차트 (Phase별, 주 단위)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97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Malgun Gothic"/>
              </a:defRPr>
            </a:pPr>
            <a:r>
              <a:t>6월   |   7월 초   |   7월 중   |   7월 말   |   8월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219456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38988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P0-2 (기반+UI)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691640"/>
            <a:ext cx="109728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70992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P3 (북마크 + hymns)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182880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202996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P4 (Branding+35hymns+Resp+Access+Scroll)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331720"/>
            <a:ext cx="7315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2350008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P4c (CSV+Semantics+Polish)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2651760"/>
            <a:ext cx="182880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25328" y="267004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P5 (빌드+Store)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algun Gothic"/>
              </a:defRPr>
            </a:pPr>
            <a:r>
              <a:t>✅ 완료 | ⏳ 진행 | Gantt 주 단위 | 35 hymns | 2026-07-17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(완료, 2026-07-17)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+ hymns 확장 (35곡)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+ viewer toggle + 목록)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(글꼴 슬라이더 0.8~2.0, 다크, highContrast)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찬송가: 35곡 PD + 다운로더 스크립트 + 검색/즐겨찾기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예배자료: 사도신경/주기도문/교독문 (dual 버전)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About 페이지 + 하단 5탭 네비게이션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Hymn list 스크롤 최적화 (debounce + O(1) fav)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Status:** 오늘 작업 종료. 다음 세션 = Phase 5 잔여 + 스토어 결정 대기.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 (Updated 2026-07-17)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5 Android: build + emulator/실기기 test + signing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Phase 5 iOS + Web: build + PWA + deploy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Hymns 100+곡: CSV import via downloader.py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creed/lords/responsive_reading: responsive +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2432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Store assets: screenshots + listing text 준비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 (~88% 완료)</a:t>
            </a:r>
            <a:br/>
            <a:r>
              <a:t>백로그: Phase 4 85% (35 hymns + Branding + Responsive) | Gantt: 별도 슬라이드</a:t>
            </a:r>
            <a:br/>
            <a:br/>
            <a:r>
              <a:t>현재: Phase 0-4 대부분 ✅ | 다음: Phase 5 (빌드/Store) | Updated 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